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0B4DC2-D76E-4EEC-9F15-1F5154FB5751}" v="124" dt="2026-07-07T15:50:01.7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5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02:22.0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411 0 9830,'2'83'1730,"0"-45"-1251,-1 1-1,-2-1 1,-8 46-1,6-73-291,0 0-1,-1-1 0,-1 1 1,1-1-1,-2 0 1,0 0-1,-9 12 1,-19 34 751,3 15-97,12-26 108,-2-1 0,-49 77 0,64-114-824,-1 0 1,1 0-1,-1-1 1,-1 0 0,1 0-1,-1 0 1,0-1-1,-14 7 1,10-6 117,0 1 1,1 1 0,-14 10 0,21-13-136,-1 0 1,1 0 0,0 1-1,1-1 1,-1 1 0,1 0-1,0 0 1,1 0 0,-1 0-1,1 1 1,1-1 0,-1 1-1,1-1 1,-1 8 0,0 16 407,1 55 0,2-61-201,1 50 413,-1-42-683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02:36.7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1333 0 9830,'0'44'1382,"-10"73"0,8-102-1166,-1-1 0,0 0 0,-1 1 0,-1-1 0,0-1 0,-1 1 0,-1-1 0,-14 22 0,-100 163 2893,96-150-2425,-2-2 0,-2-1 0,-2-1 0,-43 47 0,-11-2 286,-167 154 3207,159-164-4177,47-37 0,-3-2 0,-67 43 0,90-70 0,0-1 0,-36 12 0,46-20 0,0 2 0,0 0 0,0 1 0,1 0 0,0 1 0,0 1 0,1 1 0,0 0 0,-20 20 0,29-24 0,1 1 0,0 0 0,1 1 0,-1-1 0,2 0 0,-1 1 0,1 0 0,0 0 0,0 0 0,1-1 0,0 1 0,1 0 0,0 1 0,0-1 0,1 0 0,1 9 0,-2-7 0,3 29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02:55.05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622 27 8192,'-4'-3'886,"0"1"0,0-1 0,0 0 0,0 1 0,0 0 0,-1 0 0,1 1 0,-1-1 0,0 1 0,1 0 0,-1 0 0,-8-1 0,-66 1 5011,53 1-5290,-16 0-2426,-20 0-5151,3 1 181,37-1 6025,1 1 0,-1 0 1,-35 9-1,44-7 840,1 1 0,-1 1 1,1 0-1,0 1 1,1 1-1,-1-1 0,-13 12 1,-5 6-77,3-1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02:58.81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890 0 19326,'-890'355'0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03:18.82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20286,'1195'0'0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03:22.65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1 610 8192,'0'-8'1703,"1"0"1,1-1 0,0 1-1,0 1 1,0-1 0,1 0-1,4-8 1,16-30 2384,-16 33-3783,4-5-305,1 1 0,1 1 0,0 0 0,1 0 0,27-23 0,15-15 0,-17 12-1387,58-68-8514,-88 98 9059,0 0 1,-1-1-1,-1 0 0,0-1 0,0 1 0,-2-2 1,7-19-1,-8 9 842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03:24.78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1083 8192,'18'-34'7385,"41"-58"1,4 18-4135,1 20-3251,-51 45 0,-1-1 0,1 0 0,-2-1 0,1-1 0,-2 0 0,1 0 0,13-23 0,-17 22-893,-1 0 0,-1 0 0,6-18 0,9-80-9982,-8 35 7300,3-5 3575,-5-1 0,1-153 0,-11 202 0,0 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03:28.12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1254 8192,'4'-2'1318,"1"0"1,-1 0-1,1 0 1,-1 0 0,0-1-1,0 0 1,0 0-1,0 0 1,-1 0 0,1-1-1,-1 1 1,6-8-1,-1 2-437,10-14-1113,0 0 1,-2-1-1,0-1 1,-2 0 0,-1-1-1,18-49 1,7-14-130,-30 75-467,1-1-1,1 1 1,21-25 0,-19 26-143,-2-1 0,1 0 0,10-20 0,-18 28 1057,0-1-1,0 0 1,-1 0-1,0-1 1,0 1 0,1-12-1,1-74-2340,-3 60-1339,6-53 0,2 21 3642,-5 33-40,14-58 0,-9 57 251,-2 0 1,5-48 0,-9 32 4604,-2-1 5920,-2 21-9253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03:31.26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89 8192,'0'-4'18022,"0"-10"-18022,0-8 0,0-3 0,0 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03:35.37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220 489 8192,'-17'-19'11163,"0"0"-5516,-2-4-2839,-8-13-3774,-20-23-2668,39 49 3960,0-1 0,1 0 0,0 0 0,1 0 1,0 0-1,0-1 0,2 0 0,-7-23 0,5 2-490,1 0 1,-1-38-1,-2 19-7202,3 32 6452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03:37.21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150 212 8192,'-9'0'11332,"-7"-5"-4642,0-5-6690,1-14 0,0-3 0,-2 3 0,2 1 0,-1 1 0,2-1 0,4-5 0,3 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03:40.57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0 410 8192,'1'-6'928,"0"0"1,0 0-1,1 0 1,0 1 0,0-1-1,0 0 1,0 1-1,1-1 1,0 1-1,0 0 1,1 0 0,-1 0-1,7-6 1,59-55 4089,-68 64-5014,16-11-1103,0 1 0,1 1 0,0 0 0,1 1 1,0 1-1,22-7 0,126-33-8747,-132 40 9362,59-10 484,-69 15 0,1-1 0,-1-1 0,0-1 0,43-19 0,14-8 3556,-64 29-1646,-1 1 1,1 1-1,-1 0 0,1 2 1,22-1-1,-11 3 1094,-4 0-3004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03:42.72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1 124 8192,'0'-4'18022,"0"-6"-18022,4-6 0,6 0 0,1-1 0,4 2 0,11 3 0,6 4 0,2 4-3356,-1 2-2128,-1 1-3698,2 1 9182,4-8 0,-4-2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03:45.90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0 538 8192,'26'-21'15243,"-18"19"-13972,4-4 237,60-36-5065,-51 31 692,0 1-1,0 1 1,32-10-1,-34 14-96,27-7 4396,-35 8 1272,-1 0 1,1 0-1,-1-1 1,16-10 0,2-7-2,67-54-2348,-73 61-364,-1-1 0,-1-1 0,0 0 0,-1-2 0,-2 0 1,31-42-1,-2-18 7,-29 51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0:35.1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0 312 9830,'9'0'546,"6"-8"65,11-8-654,0-5 23,0 1 1,-1-1-8,-3 0 8,-2-2-9,-4-1 9,-1 4 0,-2 1-1,4-1-23,0-1 24,2 2 0,5-3-36,4 2 315,-4 4-260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0:39.0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277 0 9830,'-4'0'273,"-10"13"712,-8 9-599,-8 4 224,-7-1-63,-3-6-274,3-5 0,1 2 337,4 0-337,7-3-273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0:56.7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153 0 14025,'-153'813'0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1:01.9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477 0 9830,'1'1'45,"0"-1"0,0 1-1,0 0 1,0-1 0,0 1-1,0 0 1,0-1 0,0 1 0,0 0-1,0 0 1,0 0 0,-1 0-1,1 0 1,0 0 0,-1 0 0,1 0-1,-1 0 1,1 0 0,-1 0 0,1 1-1,-1-1 1,0 0 0,1 0-1,-1 0 1,0 1 0,0 1 0,3 37 504,-4-31-393,-1 1 1,0 0-1,0-1 0,-1 1 1,0-1-1,-1 0 1,0 0-1,0 0 0,-1 0 1,0-1-1,-13 15 0,-7 7 791,-52 45 0,-1 2 276,64-62-999,1 0 1,0 1-1,1 1 0,1 0 0,1 0 1,0 1-1,1 0 0,1 1 0,1 0 1,-8 34-1,11-42 26,1 0 0,-2 0 0,1 0 1,-2-1-1,1 0 0,-1 0 0,-1 0 0,-8 9 0,-7 14 239,-11 14 259,1-4-584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1:06.8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0 380 9830,'352'0'4597,"-327"-1"-4142,0-2 0,0-1 0,46-13 0,-42 9-61,1 1 0,31-2 0,313 5 3492,-195 7-2038,-164-3-1623,1 0-1,-1-2 1,0 1 0,0-2-1,0 0 1,0 0-1,0-2 1,-1 0 0,0 0-1,21-12 1,67-41-971,-69 36 711,1 2 0,1 2-1,1 1 1,0 2 0,46-13-1,-21 16 130,1 3-1,-1 2 1,104 2-1,-148 4-65,-1 1-1,1-2 0,-1 0 1,1-2-1,-1 1 1,0-2-1,0 0 0,0-1 1,-1 0-1,28-17 1,-17 6-23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1:09.1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0 9830,'0'4'273,"0"6"0,0 6 0,0 4 0,0 3 0,0 2 0,-4-3 1,-6 3 336,-6-3-337,1-4-273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1:10.6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9830,'0'0'0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0:28.8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1 162 9830,'0'-4'0,"4"-2"273,6 1 0,10 0 273,6 2-273,2-3 114,2-5-1,-1-1-113,-1-2-330,0-8-33,-1 0 325,-1-4-328,-5 1 93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0:31.6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30 9830,'4'0'273,"6"-4"113,6-2-113,3-3 114,0-2-387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0:42.1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480 0 9830,'-6'5'224,"-1"0"0,1 0 0,-1-1 0,0 0 0,0 0 0,-11 3 0,-32 19 410,3 17 143,37-33-524,0-1 1,0 1-1,-1-2 0,-23 15 1,18-16-35,0 0 1,-1 0-1,0-2 1,-1 0-1,1-1 1,-1 0-1,0-2 1,-24 1-1,36-2-104,-1 0 0,0 0 0,0 1 0,1 0 0,-10 4 0,-6 4-51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0:44.4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328 92 9830,'-4'0'273,"-6"0"0,-10 0 273,-6-4-160,-2-2-112,-2 1-1,-3-4 337,-1 0-337,1-7 338,-3-1-65,-3 3 0,4 3-546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0:47.7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1 322 9830,'0'-1'19,"1"0"-1,-1 0 1,0 0 0,1 0-1,0 0 1,-1 0 0,1 0-1,0 0 1,-1 0 0,1 0-1,0 1 1,0-1-1,0 0 1,-1 1 0,1-1-1,0 0 1,0 1 0,0-1-1,0 1 1,2-1 0,29-12 704,-17 7-416,88-34 1122,-77 32-1292,-1-1-1,1-2 1,-2 0 0,0-2-1,0 0 1,-1-2-1,33-26 1,-41 28 14,0 0 0,0 2 0,1 0 0,1 1 0,0 0 0,0 1 0,1 1 0,0 1 0,1 1 0,-1 0 0,33-5 0,-4 1-102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0:50.5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239 11 9830,'-9'-5'0,"-11"0"546,-11 12 439,-9 6-439,2 5-273,4-1 0,7 1 0,4 2 113,6-3-386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0:52.7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237 344 9830,'0'4'273,"-5"2"0,0-5 0,-5-3 0,-9-8 500,-5-4-500,-4-4 113,4-2-428,1 1 274,5 1-278,5-11-89,1-8 33,2-3 57,-2 2-19,2-2-26,-2 2 26,1 7 64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1:19.9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0 9830,'-4'0'273,"-2"5"0,0 9 273,2 7-273,1 5 0,1 1 1,1-3-274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4:37.79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248 47 8192,'-4'-9'18022,"-6"-2"-18022,-10 0 0,-6 2 0,-7 3 0,-6 6 0,-6 4 0,5 5 0,10 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4:49.25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1090 55 8192,'-10'1'2521,"-1"1"0,1 0-1,-1 0 1,1 1 0,-16 7 0,-20 5 376,37-13-2897,0 0 0,0-1 0,0 0 0,-1-1 0,1 0 0,0 0 0,0-1 0,-1-1 0,-12-2 0,1-3 0,0-1 0,-30-15 0,-1-2 0,40 20-717,-1 1 0,0 0 1,-17-2-1,-4 2-3532,0 2-1,-64 3 0,34 1 4847,26-2 4641,0-1-5390,-48 0-6717,29 4 8652,17 6-2381,-16 19 7512,46-21-5464,-1-1 1,0-1-1,0 0 1,0 0-1,-16 3 1,6-4-1451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4:42.24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0 348 8192,'0'-1'432,"1"-1"1,-1 1-1,1 0 1,6-8 3459,-6 8-3460,0 0 1,0 1-1,1-1 0,-1 0 1,0 1-1,0-1 1,0 1-1,1 0 1,-1-1-1,0 1 1,0 0-1,1-1 0,-1 1 1,3 0-1,43-4 5228,-41 4-5406,63-2-254,-45 3 0,1-2 0,-1 0 0,1-2 0,-1-1 0,0 0 0,35-13 0,40-26-2929,44-34-6808,-8 4 4381,-91 54 5356,1 2 0,76-18 0,-52 17 0,-36 9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4:43.90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0 0 8192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4:53.35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0 202 8192,'9'0'18022,"11"-4"-18022,7-6 0,7-2 0,2-6 0,4-1 0,0-6 0,-4 2 0,-2 4 0,-4 6 0,-2 5 0,3-5 0,0 0 0,-1 2 0,4 3 0,-5 3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4:56.95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1 708 8192,'10'-19'3144,"1"1"1,1 1 0,26-30 0,19-14 1307,-19 21-3461,10-8-991,-35 37 0,-1 0 0,-1-1 0,0 0 0,0-1 0,-2-1 0,1 1 0,8-19 0,-1-5 0,2 1 0,46-67 0,-58 93 0,-1 0 0,-1 0 0,0-1 0,0 0 0,-1 0 0,3-12 0,13-31 0,-8 30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4:58.57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1 407 8192,'0'-8'18022,"0"-8"-18022,0-5 0,0-3 0,0-7 0,4-2 0,2 1 0,-1 0 0,4 3 0,4-4 0,0-4 0,-2 0 0,-3-3 0,-3 6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4:59.84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1 335 8192,'4'-4'18022,"2"-6"-18022,-1-6 0,0-12 0,-2-11 0,-1-3 0,-1 2 0,-1-2 0,0 3-2971,0-1-12080,0 6 15051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5:01.22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140 250 8192,'0'-4'18022,"0"-10"-18022,0-8 0,0-3 0,0-3 0,0-4 0,-4 2 0,-6 3 0,-6 6-3356,-37-8-11310,23 19 14666,3 2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5:03.14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89 266 8192,'0'-4'18022,"0"-6"-18022,0-6 0,0-3 0,0-5 0,0-1 0,-5-1 0,-5 4 0,-1 1 0,-3 5 0,1 0 0,2-1 0,4-3 0,-2 3 0,1 4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5:04.87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0 117 8192,'9'-19'18022,"6"2"-18022,6-7 0,8 1 0,3 4 0,-4 5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5:06.45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0 367 8192,'2'-10'2416,"-1"0"1,2 0 0,0 1-1,0-1 1,1 1-1,5-11 1,0 0-1311,-4 9-1348,1 0 0,0 1 1,0 0-1,1 1 1,1-1-1,0 1 1,0 1-1,1-1 1,-1 2-1,2-1 0,-1 1 1,1 0-1,0 1 1,1 0-1,20-8 1,14-3-1796,1 2 1,74-14-1,-90 22 1417,36-7-4832,1 3 3451,150-11 4647,-123 20-4707,-12-2 4298,-45-1-5033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5:08.46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0 305 19915,'1093'-304'0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5:11.97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1 561 8192,'10'-10'3423,"1"1"0,1 0 1,14-7-1,27-22 906,63-73-4329,29-26 0,-98 97 0,-1-2 0,70-86 0,-100 107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D0AAB4-895C-71D9-CF61-E3F07166CF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5B10E5C-1707-FF99-48E3-26094EBE8D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/>
              <a:t>Modifier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C2418C-7771-EE0B-2E5F-4478FCB88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0E8BF-DC4C-4895-BBC0-6E4DBC1065C0}" type="datetimeFigureOut">
              <a:rPr lang="fr-CA" smtClean="0"/>
              <a:t>2026-07-07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DB450E9-A5E0-87F3-8863-F7C61A988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FC261AA-CA04-7025-9A58-8971C1AE8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720C-11A0-4F09-8DA3-B90CB62C69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27455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65E09D-248C-9ADC-50B2-41FC9BCD5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E1E28A-6004-AC95-1ADA-6314E1FF5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FB6786-B049-6018-2E6D-D28B5AB92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0E8BF-DC4C-4895-BBC0-6E4DBC1065C0}" type="datetimeFigureOut">
              <a:rPr lang="fr-CA" smtClean="0"/>
              <a:t>2026-07-07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F9204E0-58DB-4030-8139-10B55FCB4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444EFC-B9D2-62ED-A943-AA530ED75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720C-11A0-4F09-8DA3-B90CB62C69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2580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C64E2C-75E4-73F3-FD72-3EFC206B6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B2540A2-60EE-B95B-31B7-66828953F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A9509B3-C9C7-F305-D4BE-3323F39C4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0E8BF-DC4C-4895-BBC0-6E4DBC1065C0}" type="datetimeFigureOut">
              <a:rPr lang="fr-CA" smtClean="0"/>
              <a:t>2026-07-07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0645072-31CB-704E-074D-68DC184C5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404E9A-4EA9-86CE-C89C-5E5F329C1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720C-11A0-4F09-8DA3-B90CB62C69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42153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08B037-6631-285E-730C-5C515F28A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00066B-95A2-3D35-8728-8DDC1B239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376EB83-B5EE-5619-96CF-1C4ED29B34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2152F5F-0093-ACE8-7733-9420725DE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0E8BF-DC4C-4895-BBC0-6E4DBC1065C0}" type="datetimeFigureOut">
              <a:rPr lang="fr-CA" smtClean="0"/>
              <a:t>2026-07-07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70E9411-E15D-5B25-F034-C4165D462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250DFB9-B66E-201B-BF65-5EAFA8D9F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720C-11A0-4F09-8DA3-B90CB62C69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87773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4BA4D9-18B6-A4D2-8661-911E5BB1F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84A1EAB-5A88-7D72-2690-048175E02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DAC3FC7-4D64-6DBB-251A-C5893298F2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B26C0E6-B385-265C-710C-D505D80951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DD5CC94-1B57-828B-4B38-328DC9DC79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9B97A87-9249-BC81-33DE-36CE9F5AB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0E8BF-DC4C-4895-BBC0-6E4DBC1065C0}" type="datetimeFigureOut">
              <a:rPr lang="fr-CA" smtClean="0"/>
              <a:t>2026-07-07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CEFBD58-CA39-8575-D09D-4F643114E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EE9276E-E789-37E0-C27A-5CF885991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720C-11A0-4F09-8DA3-B90CB62C69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79389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8D3E34-A452-5479-6A6B-2E4AABAD1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9F7F540-4816-AD02-FFFE-025C2DB44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0E8BF-DC4C-4895-BBC0-6E4DBC1065C0}" type="datetimeFigureOut">
              <a:rPr lang="fr-CA" smtClean="0"/>
              <a:t>2026-07-07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B982A5E-8D92-CE2D-BBEB-EBCBED2B4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4E8FFCD-F081-D7FE-3581-4CED7ABCB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720C-11A0-4F09-8DA3-B90CB62C69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73479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D3300EB-C282-9EC2-C78D-1C8791A46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0E8BF-DC4C-4895-BBC0-6E4DBC1065C0}" type="datetimeFigureOut">
              <a:rPr lang="fr-CA" smtClean="0"/>
              <a:t>2026-07-07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4BE5C41-34EF-F6F1-FE81-8878F572F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82A3F3E-5634-F0D0-05D8-970AEC562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720C-11A0-4F09-8DA3-B90CB62C69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14596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D11DBD-B12E-24AD-DD01-140B8793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3AD83B-4962-E8A9-C4A0-A1B782160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AA3F6FB-DE83-F541-1D57-A1B5C70A3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218567E-270D-7741-EADE-082562836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0E8BF-DC4C-4895-BBC0-6E4DBC1065C0}" type="datetimeFigureOut">
              <a:rPr lang="fr-CA" smtClean="0"/>
              <a:t>2026-07-07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64FC7DE-2352-FBB4-3381-006AFB627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A565115-239D-5207-D490-668B330A8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720C-11A0-4F09-8DA3-B90CB62C69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23506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6E101B-7703-B127-2BFE-2935F168E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CDB75CD-653F-3BC6-5677-F26768611A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115E250-4617-2B3F-349C-F43B88A9B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B51D740-D412-3B23-3B01-96DEF490C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0E8BF-DC4C-4895-BBC0-6E4DBC1065C0}" type="datetimeFigureOut">
              <a:rPr lang="fr-CA" smtClean="0"/>
              <a:t>2026-07-07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97D8924-7DC7-BAA6-223D-14760C3A6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4F76019-FBB7-3AEE-58EC-DF62ECA4F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720C-11A0-4F09-8DA3-B90CB62C69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62435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600E73-8069-9A06-CF79-068ECCB9E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57B5ACD-F37A-4D72-B437-6F373AFFB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9FD9E7-FBBE-3303-E1FF-4DCD3D981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0E8BF-DC4C-4895-BBC0-6E4DBC1065C0}" type="datetimeFigureOut">
              <a:rPr lang="fr-CA" smtClean="0"/>
              <a:t>2026-07-07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5FC133F-65AD-EAB4-44DE-C0B1BFD52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FC2E44-8708-600D-8706-B8E803C8E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720C-11A0-4F09-8DA3-B90CB62C69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87829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BDFEA12-5185-0D41-10B7-A06C4CCB2E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1A4F9DC-E089-1885-53D5-C15861DE00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22813A9-9A72-5D81-17D6-B659F46EE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0E8BF-DC4C-4895-BBC0-6E4DBC1065C0}" type="datetimeFigureOut">
              <a:rPr lang="fr-CA" smtClean="0"/>
              <a:t>2026-07-07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F094213-F979-8D39-6B56-01FF255DE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9C1BC7-7F6F-6530-D2C2-1EB149480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720C-11A0-4F09-8DA3-B90CB62C69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02293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50E4C60-40B7-16D3-1470-42E961F86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01B491D-E1EF-EB5E-5801-C674A3D1B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D32D9F6-11C4-B2F5-571C-37837A915C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80E8BF-DC4C-4895-BBC0-6E4DBC1065C0}" type="datetimeFigureOut">
              <a:rPr lang="fr-CA" smtClean="0"/>
              <a:t>2026-07-07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9FBBDCB-1B40-1792-8640-6C53957AB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E3E9031-CA24-659C-F3F0-F81AE9193B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2F720C-11A0-4F09-8DA3-B90CB62C69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46935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image" Target="../media/image1.jpe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24" Type="http://schemas.openxmlformats.org/officeDocument/2006/relationships/image" Target="../media/image12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4.png"/><Relationship Id="rId10" Type="http://schemas.openxmlformats.org/officeDocument/2006/relationships/image" Target="../media/image5.png"/><Relationship Id="rId19" Type="http://schemas.openxmlformats.org/officeDocument/2006/relationships/customXml" Target="../ink/ink9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customXml" Target="../ink/ink13.xml"/><Relationship Id="rId30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customXml" Target="../ink/ink20.xml"/><Relationship Id="rId18" Type="http://schemas.openxmlformats.org/officeDocument/2006/relationships/image" Target="../media/image23.png"/><Relationship Id="rId26" Type="http://schemas.openxmlformats.org/officeDocument/2006/relationships/image" Target="../media/image27.png"/><Relationship Id="rId3" Type="http://schemas.openxmlformats.org/officeDocument/2006/relationships/customXml" Target="../ink/ink15.xml"/><Relationship Id="rId21" Type="http://schemas.openxmlformats.org/officeDocument/2006/relationships/customXml" Target="../ink/ink24.xml"/><Relationship Id="rId7" Type="http://schemas.openxmlformats.org/officeDocument/2006/relationships/customXml" Target="../ink/ink17.xml"/><Relationship Id="rId12" Type="http://schemas.openxmlformats.org/officeDocument/2006/relationships/image" Target="../media/image20.png"/><Relationship Id="rId17" Type="http://schemas.openxmlformats.org/officeDocument/2006/relationships/customXml" Target="../ink/ink22.xml"/><Relationship Id="rId25" Type="http://schemas.openxmlformats.org/officeDocument/2006/relationships/customXml" Target="../ink/ink26.xml"/><Relationship Id="rId2" Type="http://schemas.openxmlformats.org/officeDocument/2006/relationships/image" Target="../media/image1.jpeg"/><Relationship Id="rId16" Type="http://schemas.openxmlformats.org/officeDocument/2006/relationships/image" Target="../media/image22.png"/><Relationship Id="rId20" Type="http://schemas.openxmlformats.org/officeDocument/2006/relationships/image" Target="../media/image24.png"/><Relationship Id="rId29" Type="http://schemas.openxmlformats.org/officeDocument/2006/relationships/customXml" Target="../ink/ink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customXml" Target="../ink/ink19.xml"/><Relationship Id="rId24" Type="http://schemas.openxmlformats.org/officeDocument/2006/relationships/image" Target="../media/image26.png"/><Relationship Id="rId32" Type="http://schemas.openxmlformats.org/officeDocument/2006/relationships/image" Target="../media/image30.png"/><Relationship Id="rId5" Type="http://schemas.openxmlformats.org/officeDocument/2006/relationships/customXml" Target="../ink/ink16.xml"/><Relationship Id="rId15" Type="http://schemas.openxmlformats.org/officeDocument/2006/relationships/customXml" Target="../ink/ink21.xml"/><Relationship Id="rId23" Type="http://schemas.openxmlformats.org/officeDocument/2006/relationships/customXml" Target="../ink/ink25.xml"/><Relationship Id="rId28" Type="http://schemas.openxmlformats.org/officeDocument/2006/relationships/image" Target="../media/image28.png"/><Relationship Id="rId10" Type="http://schemas.openxmlformats.org/officeDocument/2006/relationships/image" Target="../media/image19.png"/><Relationship Id="rId19" Type="http://schemas.openxmlformats.org/officeDocument/2006/relationships/customXml" Target="../ink/ink23.xml"/><Relationship Id="rId31" Type="http://schemas.openxmlformats.org/officeDocument/2006/relationships/customXml" Target="../ink/ink29.xml"/><Relationship Id="rId4" Type="http://schemas.openxmlformats.org/officeDocument/2006/relationships/image" Target="../media/image16.png"/><Relationship Id="rId9" Type="http://schemas.openxmlformats.org/officeDocument/2006/relationships/customXml" Target="../ink/ink18.xml"/><Relationship Id="rId14" Type="http://schemas.openxmlformats.org/officeDocument/2006/relationships/image" Target="../media/image21.png"/><Relationship Id="rId22" Type="http://schemas.openxmlformats.org/officeDocument/2006/relationships/image" Target="../media/image25.png"/><Relationship Id="rId27" Type="http://schemas.openxmlformats.org/officeDocument/2006/relationships/customXml" Target="../ink/ink27.xml"/><Relationship Id="rId30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customXml" Target="../ink/ink35.xml"/><Relationship Id="rId18" Type="http://schemas.openxmlformats.org/officeDocument/2006/relationships/image" Target="../media/image38.png"/><Relationship Id="rId26" Type="http://schemas.openxmlformats.org/officeDocument/2006/relationships/image" Target="../media/image42.png"/><Relationship Id="rId3" Type="http://schemas.openxmlformats.org/officeDocument/2006/relationships/customXml" Target="../ink/ink30.xml"/><Relationship Id="rId21" Type="http://schemas.openxmlformats.org/officeDocument/2006/relationships/customXml" Target="../ink/ink39.xml"/><Relationship Id="rId7" Type="http://schemas.openxmlformats.org/officeDocument/2006/relationships/customXml" Target="../ink/ink32.xml"/><Relationship Id="rId12" Type="http://schemas.openxmlformats.org/officeDocument/2006/relationships/image" Target="../media/image35.png"/><Relationship Id="rId17" Type="http://schemas.openxmlformats.org/officeDocument/2006/relationships/customXml" Target="../ink/ink37.xml"/><Relationship Id="rId25" Type="http://schemas.openxmlformats.org/officeDocument/2006/relationships/customXml" Target="../ink/ink41.xml"/><Relationship Id="rId2" Type="http://schemas.openxmlformats.org/officeDocument/2006/relationships/image" Target="../media/image1.jpeg"/><Relationship Id="rId16" Type="http://schemas.openxmlformats.org/officeDocument/2006/relationships/image" Target="../media/image37.png"/><Relationship Id="rId20" Type="http://schemas.openxmlformats.org/officeDocument/2006/relationships/image" Target="../media/image39.png"/><Relationship Id="rId29" Type="http://schemas.openxmlformats.org/officeDocument/2006/relationships/customXml" Target="../ink/ink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customXml" Target="../ink/ink34.xml"/><Relationship Id="rId24" Type="http://schemas.openxmlformats.org/officeDocument/2006/relationships/image" Target="../media/image41.png"/><Relationship Id="rId5" Type="http://schemas.openxmlformats.org/officeDocument/2006/relationships/customXml" Target="../ink/ink31.xml"/><Relationship Id="rId15" Type="http://schemas.openxmlformats.org/officeDocument/2006/relationships/customXml" Target="../ink/ink36.xml"/><Relationship Id="rId23" Type="http://schemas.openxmlformats.org/officeDocument/2006/relationships/customXml" Target="../ink/ink40.xml"/><Relationship Id="rId28" Type="http://schemas.openxmlformats.org/officeDocument/2006/relationships/image" Target="../media/image43.png"/><Relationship Id="rId10" Type="http://schemas.openxmlformats.org/officeDocument/2006/relationships/image" Target="../media/image34.png"/><Relationship Id="rId19" Type="http://schemas.openxmlformats.org/officeDocument/2006/relationships/customXml" Target="../ink/ink38.xml"/><Relationship Id="rId4" Type="http://schemas.openxmlformats.org/officeDocument/2006/relationships/image" Target="../media/image31.png"/><Relationship Id="rId9" Type="http://schemas.openxmlformats.org/officeDocument/2006/relationships/customXml" Target="../ink/ink33.xml"/><Relationship Id="rId14" Type="http://schemas.openxmlformats.org/officeDocument/2006/relationships/image" Target="../media/image36.png"/><Relationship Id="rId22" Type="http://schemas.openxmlformats.org/officeDocument/2006/relationships/image" Target="../media/image40.png"/><Relationship Id="rId27" Type="http://schemas.openxmlformats.org/officeDocument/2006/relationships/customXml" Target="../ink/ink42.xml"/><Relationship Id="rId30" Type="http://schemas.openxmlformats.org/officeDocument/2006/relationships/image" Target="../media/image4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59CE6F-71F7-ADAF-4E2B-860BD756DF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/>
              <a:t>2 Rois 9:27 et 2 Chroniques 22:9</a:t>
            </a:r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516640A8-B1B1-EEB4-5A48-D1F2A3BA23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A" dirty="0"/>
              <a:t>Comment les harmoniser?</a:t>
            </a:r>
          </a:p>
        </p:txBody>
      </p:sp>
    </p:spTree>
    <p:extLst>
      <p:ext uri="{BB962C8B-B14F-4D97-AF65-F5344CB8AC3E}">
        <p14:creationId xmlns:p14="http://schemas.microsoft.com/office/powerpoint/2010/main" val="150101833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B081EB6D-A0FE-3714-6F1A-E1FBD813C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6" y="0"/>
            <a:ext cx="6096465" cy="685800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2DC0725E-9B10-31DD-2F5A-0A7BBCAF6AC8}"/>
              </a:ext>
            </a:extLst>
          </p:cNvPr>
          <p:cNvSpPr txBox="1"/>
          <p:nvPr/>
        </p:nvSpPr>
        <p:spPr>
          <a:xfrm>
            <a:off x="6464424" y="989328"/>
            <a:ext cx="51149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00B0F0"/>
                </a:solidFill>
              </a:rPr>
              <a:t>Mais lorsqu’Achazia, le roi de Juda, vit cela, il s’enfuit par le chemin de la maison du jardin. Et Jéhu le poursuivit, et dit : Frappez-le aussi dans son chariot. Et ils firent ainsi à la montée de Gur, qui est près d’Ibleam. Et il s’enfuit à </a:t>
            </a:r>
            <a:r>
              <a:rPr lang="fr-CA" dirty="0" err="1">
                <a:solidFill>
                  <a:srgbClr val="00B0F0"/>
                </a:solidFill>
              </a:rPr>
              <a:t>Meguiddo</a:t>
            </a:r>
            <a:r>
              <a:rPr lang="fr-CA" dirty="0">
                <a:solidFill>
                  <a:srgbClr val="00B0F0"/>
                </a:solidFill>
              </a:rPr>
              <a:t>, et y mourut. 2 Rois 9:27</a:t>
            </a:r>
          </a:p>
        </p:txBody>
      </p:sp>
      <p:sp>
        <p:nvSpPr>
          <p:cNvPr id="18" name="Flèche : droite 17">
            <a:extLst>
              <a:ext uri="{FF2B5EF4-FFF2-40B4-BE49-F238E27FC236}">
                <a16:creationId xmlns:a16="http://schemas.microsoft.com/office/drawing/2014/main" id="{F224BC6F-969D-AE71-16E6-0DD46E384E77}"/>
              </a:ext>
            </a:extLst>
          </p:cNvPr>
          <p:cNvSpPr/>
          <p:nvPr/>
        </p:nvSpPr>
        <p:spPr>
          <a:xfrm rot="2988414">
            <a:off x="64008" y="3520440"/>
            <a:ext cx="301752" cy="265176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0EBDED87-FDB7-E46D-47E4-752FE012375A}"/>
              </a:ext>
            </a:extLst>
          </p:cNvPr>
          <p:cNvSpPr/>
          <p:nvPr/>
        </p:nvSpPr>
        <p:spPr>
          <a:xfrm rot="2943985">
            <a:off x="413535" y="4572000"/>
            <a:ext cx="263121" cy="21945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52D92F49-3CC3-FC0D-FF79-CD90820866C0}"/>
              </a:ext>
            </a:extLst>
          </p:cNvPr>
          <p:cNvSpPr txBox="1"/>
          <p:nvPr/>
        </p:nvSpPr>
        <p:spPr>
          <a:xfrm>
            <a:off x="6464425" y="3837347"/>
            <a:ext cx="511492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dirty="0">
                <a:solidFill>
                  <a:srgbClr val="FF0000"/>
                </a:solidFill>
              </a:rPr>
              <a:t>Et il chercha Achazia, et ils le prirent, (car il s’était caché à Samarie) ; et on l’amena à Jéhu, et après l’avoir tué, ils l’enterrèrent ; parce que dirent-ils : Il est le fils de Josaphat, qui rechercha le SEIGNEUR de tout son cœur. Ainsi la maison d’Achazia fut sans pouvoir pour conserver le royaume. 2 Chroniques 22:9.</a:t>
            </a:r>
          </a:p>
        </p:txBody>
      </p:sp>
    </p:spTree>
    <p:extLst>
      <p:ext uri="{BB962C8B-B14F-4D97-AF65-F5344CB8AC3E}">
        <p14:creationId xmlns:p14="http://schemas.microsoft.com/office/powerpoint/2010/main" val="243571337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E8318-BB88-8DFD-3FB0-A251E3200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79FE0B5-ECAE-A9FE-64ED-1F5A6C3E3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6" y="0"/>
            <a:ext cx="6096465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002EE643-6D66-97BC-E905-A119D5C0FE5B}"/>
              </a:ext>
            </a:extLst>
          </p:cNvPr>
          <p:cNvSpPr txBox="1"/>
          <p:nvPr/>
        </p:nvSpPr>
        <p:spPr>
          <a:xfrm>
            <a:off x="7452360" y="2413337"/>
            <a:ext cx="35661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Comment harmoniser les deux versets? Pour le faire, il faut respecter 3 conditions:</a:t>
            </a:r>
          </a:p>
          <a:p>
            <a:endParaRPr lang="fr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Achazia s’est enfui à </a:t>
            </a:r>
            <a:r>
              <a:rPr lang="fr-CA" dirty="0" err="1"/>
              <a:t>Meguiddo</a:t>
            </a:r>
            <a:r>
              <a:rPr lang="fr-CA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Achazia fut trouvé à Samarie.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Achazia est mort à </a:t>
            </a:r>
            <a:r>
              <a:rPr lang="fr-CA" dirty="0" err="1"/>
              <a:t>Meguiddo</a:t>
            </a:r>
            <a:r>
              <a:rPr lang="fr-CA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569081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62362-E416-BC60-1495-18C9A97D7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135CE478-AFE6-D7A4-E634-C15CF9F4C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6" y="0"/>
            <a:ext cx="6096465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Encre 2">
                <a:extLst>
                  <a:ext uri="{FF2B5EF4-FFF2-40B4-BE49-F238E27FC236}">
                    <a16:creationId xmlns:a16="http://schemas.microsoft.com/office/drawing/2014/main" id="{0A414D4C-E84A-070A-B29F-3A2AFD1F05B1}"/>
                  </a:ext>
                </a:extLst>
              </p14:cNvPr>
              <p14:cNvContentPartPr/>
              <p14:nvPr/>
            </p14:nvContentPartPr>
            <p14:xfrm>
              <a:off x="1415664" y="2596896"/>
              <a:ext cx="150120" cy="416520"/>
            </p14:xfrm>
          </p:contentPart>
        </mc:Choice>
        <mc:Fallback xmlns="">
          <p:pic>
            <p:nvPicPr>
              <p:cNvPr id="3" name="Encre 2">
                <a:extLst>
                  <a:ext uri="{FF2B5EF4-FFF2-40B4-BE49-F238E27FC236}">
                    <a16:creationId xmlns:a16="http://schemas.microsoft.com/office/drawing/2014/main" id="{0A414D4C-E84A-070A-B29F-3A2AFD1F05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97664" y="2578896"/>
                <a:ext cx="185760" cy="45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DD9E5251-BE4C-1547-4EBE-9FE682AFD960}"/>
                  </a:ext>
                </a:extLst>
              </p14:cNvPr>
              <p14:cNvContentPartPr/>
              <p14:nvPr/>
            </p14:nvContentPartPr>
            <p14:xfrm>
              <a:off x="928224" y="4297536"/>
              <a:ext cx="479880" cy="608400"/>
            </p14:xfrm>
          </p:contentPart>
        </mc:Choice>
        <mc:Fallback xmlns=""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DD9E5251-BE4C-1547-4EBE-9FE682AFD96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0584" y="4279536"/>
                <a:ext cx="515520" cy="64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Encre 7">
                <a:extLst>
                  <a:ext uri="{FF2B5EF4-FFF2-40B4-BE49-F238E27FC236}">
                    <a16:creationId xmlns:a16="http://schemas.microsoft.com/office/drawing/2014/main" id="{6678D150-6989-FA4F-7866-29BBC187D68B}"/>
                  </a:ext>
                </a:extLst>
              </p14:cNvPr>
              <p14:cNvContentPartPr/>
              <p14:nvPr/>
            </p14:nvContentPartPr>
            <p14:xfrm>
              <a:off x="681264" y="4927896"/>
              <a:ext cx="224280" cy="41760"/>
            </p14:xfrm>
          </p:contentPart>
        </mc:Choice>
        <mc:Fallback xmlns="">
          <p:pic>
            <p:nvPicPr>
              <p:cNvPr id="8" name="Encre 7">
                <a:extLst>
                  <a:ext uri="{FF2B5EF4-FFF2-40B4-BE49-F238E27FC236}">
                    <a16:creationId xmlns:a16="http://schemas.microsoft.com/office/drawing/2014/main" id="{6678D150-6989-FA4F-7866-29BBC187D68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3264" y="4910256"/>
                <a:ext cx="25992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Encre 9">
                <a:extLst>
                  <a:ext uri="{FF2B5EF4-FFF2-40B4-BE49-F238E27FC236}">
                    <a16:creationId xmlns:a16="http://schemas.microsoft.com/office/drawing/2014/main" id="{92736EA1-D442-F8F7-5645-E5A3174F5F14}"/>
                  </a:ext>
                </a:extLst>
              </p14:cNvPr>
              <p14:cNvContentPartPr/>
              <p14:nvPr/>
            </p14:nvContentPartPr>
            <p14:xfrm>
              <a:off x="473004" y="4927896"/>
              <a:ext cx="320400" cy="128160"/>
            </p14:xfrm>
          </p:contentPart>
        </mc:Choice>
        <mc:Fallback xmlns="">
          <p:pic>
            <p:nvPicPr>
              <p:cNvPr id="10" name="Encre 9">
                <a:extLst>
                  <a:ext uri="{FF2B5EF4-FFF2-40B4-BE49-F238E27FC236}">
                    <a16:creationId xmlns:a16="http://schemas.microsoft.com/office/drawing/2014/main" id="{92736EA1-D442-F8F7-5645-E5A3174F5F1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55024" y="4909896"/>
                <a:ext cx="35600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08A48550-9373-A6E0-3AD6-C25D1B1C072B}"/>
                  </a:ext>
                </a:extLst>
              </p14:cNvPr>
              <p14:cNvContentPartPr/>
              <p14:nvPr/>
            </p14:nvContentPartPr>
            <p14:xfrm>
              <a:off x="36504" y="5074776"/>
              <a:ext cx="430560" cy="720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08A48550-9373-A6E0-3AD6-C25D1B1C072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8504" y="5038776"/>
                <a:ext cx="46620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e 16">
            <a:extLst>
              <a:ext uri="{FF2B5EF4-FFF2-40B4-BE49-F238E27FC236}">
                <a16:creationId xmlns:a16="http://schemas.microsoft.com/office/drawing/2014/main" id="{E66FBC4C-8C75-2F84-C410-894363ACF03D}"/>
              </a:ext>
            </a:extLst>
          </p:cNvPr>
          <p:cNvGrpSpPr/>
          <p:nvPr/>
        </p:nvGrpSpPr>
        <p:grpSpPr>
          <a:xfrm>
            <a:off x="45504" y="4495536"/>
            <a:ext cx="247680" cy="588960"/>
            <a:chOff x="45504" y="4495536"/>
            <a:chExt cx="247680" cy="58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" name="Encre 12">
                  <a:extLst>
                    <a:ext uri="{FF2B5EF4-FFF2-40B4-BE49-F238E27FC236}">
                      <a16:creationId xmlns:a16="http://schemas.microsoft.com/office/drawing/2014/main" id="{EA47BB73-7B8B-5485-20CF-F65DC88A1C0F}"/>
                    </a:ext>
                  </a:extLst>
                </p14:cNvPr>
                <p14:cNvContentPartPr/>
                <p14:nvPr/>
              </p14:nvContentPartPr>
              <p14:xfrm>
                <a:off x="45504" y="4864536"/>
                <a:ext cx="149400" cy="219960"/>
              </p14:xfrm>
            </p:contentPart>
          </mc:Choice>
          <mc:Fallback xmlns="">
            <p:pic>
              <p:nvPicPr>
                <p:cNvPr id="13" name="Encre 12">
                  <a:extLst>
                    <a:ext uri="{FF2B5EF4-FFF2-40B4-BE49-F238E27FC236}">
                      <a16:creationId xmlns:a16="http://schemas.microsoft.com/office/drawing/2014/main" id="{EA47BB73-7B8B-5485-20CF-F65DC88A1C0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7864" y="4846536"/>
                  <a:ext cx="1850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Encre 13">
                  <a:extLst>
                    <a:ext uri="{FF2B5EF4-FFF2-40B4-BE49-F238E27FC236}">
                      <a16:creationId xmlns:a16="http://schemas.microsoft.com/office/drawing/2014/main" id="{31E5B65F-67F4-0591-20BD-6510FF9C24BF}"/>
                    </a:ext>
                  </a:extLst>
                </p14:cNvPr>
                <p14:cNvContentPartPr/>
                <p14:nvPr/>
              </p14:nvContentPartPr>
              <p14:xfrm>
                <a:off x="146304" y="4502016"/>
                <a:ext cx="146880" cy="390240"/>
              </p14:xfrm>
            </p:contentPart>
          </mc:Choice>
          <mc:Fallback xmlns="">
            <p:pic>
              <p:nvPicPr>
                <p:cNvPr id="14" name="Encre 13">
                  <a:extLst>
                    <a:ext uri="{FF2B5EF4-FFF2-40B4-BE49-F238E27FC236}">
                      <a16:creationId xmlns:a16="http://schemas.microsoft.com/office/drawing/2014/main" id="{31E5B65F-67F4-0591-20BD-6510FF9C24B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28304" y="4484376"/>
                  <a:ext cx="18252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6" name="Encre 15">
                  <a:extLst>
                    <a:ext uri="{FF2B5EF4-FFF2-40B4-BE49-F238E27FC236}">
                      <a16:creationId xmlns:a16="http://schemas.microsoft.com/office/drawing/2014/main" id="{CF5CC33C-9EAB-FAC4-F4B0-20061B223530}"/>
                    </a:ext>
                  </a:extLst>
                </p14:cNvPr>
                <p14:cNvContentPartPr/>
                <p14:nvPr/>
              </p14:nvContentPartPr>
              <p14:xfrm>
                <a:off x="118584" y="4495536"/>
                <a:ext cx="156600" cy="451800"/>
              </p14:xfrm>
            </p:contentPart>
          </mc:Choice>
          <mc:Fallback xmlns="">
            <p:pic>
              <p:nvPicPr>
                <p:cNvPr id="16" name="Encre 15">
                  <a:extLst>
                    <a:ext uri="{FF2B5EF4-FFF2-40B4-BE49-F238E27FC236}">
                      <a16:creationId xmlns:a16="http://schemas.microsoft.com/office/drawing/2014/main" id="{CF5CC33C-9EAB-FAC4-F4B0-20061B22353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0944" y="4477536"/>
                  <a:ext cx="192240" cy="48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8" name="Encre 17">
                <a:extLst>
                  <a:ext uri="{FF2B5EF4-FFF2-40B4-BE49-F238E27FC236}">
                    <a16:creationId xmlns:a16="http://schemas.microsoft.com/office/drawing/2014/main" id="{6AC347BA-7134-5285-F06E-DC4A22C2057F}"/>
                  </a:ext>
                </a:extLst>
              </p14:cNvPr>
              <p14:cNvContentPartPr/>
              <p14:nvPr/>
            </p14:nvContentPartPr>
            <p14:xfrm>
              <a:off x="274104" y="4466736"/>
              <a:ext cx="360" cy="32400"/>
            </p14:xfrm>
          </p:contentPart>
        </mc:Choice>
        <mc:Fallback xmlns="">
          <p:pic>
            <p:nvPicPr>
              <p:cNvPr id="18" name="Encre 17">
                <a:extLst>
                  <a:ext uri="{FF2B5EF4-FFF2-40B4-BE49-F238E27FC236}">
                    <a16:creationId xmlns:a16="http://schemas.microsoft.com/office/drawing/2014/main" id="{6AC347BA-7134-5285-F06E-DC4A22C2057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56464" y="4449096"/>
                <a:ext cx="36000" cy="6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e 24">
            <a:extLst>
              <a:ext uri="{FF2B5EF4-FFF2-40B4-BE49-F238E27FC236}">
                <a16:creationId xmlns:a16="http://schemas.microsoft.com/office/drawing/2014/main" id="{9FB3BAE1-70A1-AF2D-5221-2FE514928991}"/>
              </a:ext>
            </a:extLst>
          </p:cNvPr>
          <p:cNvGrpSpPr/>
          <p:nvPr/>
        </p:nvGrpSpPr>
        <p:grpSpPr>
          <a:xfrm>
            <a:off x="201024" y="3948696"/>
            <a:ext cx="707760" cy="513720"/>
            <a:chOff x="201024" y="3948696"/>
            <a:chExt cx="707760" cy="51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9" name="Encre 18">
                  <a:extLst>
                    <a:ext uri="{FF2B5EF4-FFF2-40B4-BE49-F238E27FC236}">
                      <a16:creationId xmlns:a16="http://schemas.microsoft.com/office/drawing/2014/main" id="{A9BB7982-38D5-4EE7-AA0D-EF68E8A0674D}"/>
                    </a:ext>
                  </a:extLst>
                </p14:cNvPr>
                <p14:cNvContentPartPr/>
                <p14:nvPr/>
              </p14:nvContentPartPr>
              <p14:xfrm>
                <a:off x="204264" y="4286376"/>
                <a:ext cx="79560" cy="176040"/>
              </p14:xfrm>
            </p:contentPart>
          </mc:Choice>
          <mc:Fallback xmlns="">
            <p:pic>
              <p:nvPicPr>
                <p:cNvPr id="19" name="Encre 18">
                  <a:extLst>
                    <a:ext uri="{FF2B5EF4-FFF2-40B4-BE49-F238E27FC236}">
                      <a16:creationId xmlns:a16="http://schemas.microsoft.com/office/drawing/2014/main" id="{A9BB7982-38D5-4EE7-AA0D-EF68E8A0674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86264" y="4268376"/>
                  <a:ext cx="1152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0" name="Encre 19">
                  <a:extLst>
                    <a:ext uri="{FF2B5EF4-FFF2-40B4-BE49-F238E27FC236}">
                      <a16:creationId xmlns:a16="http://schemas.microsoft.com/office/drawing/2014/main" id="{2FCD0CB6-B13E-181D-EA5E-E586CEDD9B19}"/>
                    </a:ext>
                  </a:extLst>
                </p14:cNvPr>
                <p14:cNvContentPartPr/>
                <p14:nvPr/>
              </p14:nvContentPartPr>
              <p14:xfrm>
                <a:off x="202104" y="4340376"/>
                <a:ext cx="54360" cy="76320"/>
              </p14:xfrm>
            </p:contentPart>
          </mc:Choice>
          <mc:Fallback xmlns="">
            <p:pic>
              <p:nvPicPr>
                <p:cNvPr id="20" name="Encre 19">
                  <a:extLst>
                    <a:ext uri="{FF2B5EF4-FFF2-40B4-BE49-F238E27FC236}">
                      <a16:creationId xmlns:a16="http://schemas.microsoft.com/office/drawing/2014/main" id="{2FCD0CB6-B13E-181D-EA5E-E586CEDD9B1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84104" y="4322736"/>
                  <a:ext cx="900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1" name="Encre 20">
                  <a:extLst>
                    <a:ext uri="{FF2B5EF4-FFF2-40B4-BE49-F238E27FC236}">
                      <a16:creationId xmlns:a16="http://schemas.microsoft.com/office/drawing/2014/main" id="{BC667256-4B3E-5A9F-5E5F-92768C633849}"/>
                    </a:ext>
                  </a:extLst>
                </p14:cNvPr>
                <p14:cNvContentPartPr/>
                <p14:nvPr/>
              </p14:nvContentPartPr>
              <p14:xfrm>
                <a:off x="201024" y="4168296"/>
                <a:ext cx="355320" cy="147960"/>
              </p14:xfrm>
            </p:contentPart>
          </mc:Choice>
          <mc:Fallback xmlns="">
            <p:pic>
              <p:nvPicPr>
                <p:cNvPr id="21" name="Encre 20">
                  <a:extLst>
                    <a:ext uri="{FF2B5EF4-FFF2-40B4-BE49-F238E27FC236}">
                      <a16:creationId xmlns:a16="http://schemas.microsoft.com/office/drawing/2014/main" id="{BC667256-4B3E-5A9F-5E5F-92768C63384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83024" y="4150296"/>
                  <a:ext cx="3909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3" name="Encre 22">
                  <a:extLst>
                    <a:ext uri="{FF2B5EF4-FFF2-40B4-BE49-F238E27FC236}">
                      <a16:creationId xmlns:a16="http://schemas.microsoft.com/office/drawing/2014/main" id="{1190B93E-F5CC-E6C5-8CEC-0CD5FC3C0BEE}"/>
                    </a:ext>
                  </a:extLst>
                </p14:cNvPr>
                <p14:cNvContentPartPr/>
                <p14:nvPr/>
              </p14:nvContentPartPr>
              <p14:xfrm>
                <a:off x="575784" y="4152456"/>
                <a:ext cx="109440" cy="44640"/>
              </p14:xfrm>
            </p:contentPart>
          </mc:Choice>
          <mc:Fallback xmlns="">
            <p:pic>
              <p:nvPicPr>
                <p:cNvPr id="23" name="Encre 22">
                  <a:extLst>
                    <a:ext uri="{FF2B5EF4-FFF2-40B4-BE49-F238E27FC236}">
                      <a16:creationId xmlns:a16="http://schemas.microsoft.com/office/drawing/2014/main" id="{1190B93E-F5CC-E6C5-8CEC-0CD5FC3C0BE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58144" y="4134816"/>
                  <a:ext cx="1450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4" name="Encre 23">
                  <a:extLst>
                    <a:ext uri="{FF2B5EF4-FFF2-40B4-BE49-F238E27FC236}">
                      <a16:creationId xmlns:a16="http://schemas.microsoft.com/office/drawing/2014/main" id="{1219EB3B-20E2-937C-C51E-F76E3DCB51B9}"/>
                    </a:ext>
                  </a:extLst>
                </p14:cNvPr>
                <p14:cNvContentPartPr/>
                <p14:nvPr/>
              </p14:nvContentPartPr>
              <p14:xfrm>
                <a:off x="649224" y="3948696"/>
                <a:ext cx="259560" cy="193680"/>
              </p14:xfrm>
            </p:contentPart>
          </mc:Choice>
          <mc:Fallback xmlns="">
            <p:pic>
              <p:nvPicPr>
                <p:cNvPr id="24" name="Encre 23">
                  <a:extLst>
                    <a:ext uri="{FF2B5EF4-FFF2-40B4-BE49-F238E27FC236}">
                      <a16:creationId xmlns:a16="http://schemas.microsoft.com/office/drawing/2014/main" id="{1219EB3B-20E2-937C-C51E-F76E3DCB51B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31224" y="3930696"/>
                  <a:ext cx="295200" cy="2293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6" name="ZoneTexte 25">
            <a:extLst>
              <a:ext uri="{FF2B5EF4-FFF2-40B4-BE49-F238E27FC236}">
                <a16:creationId xmlns:a16="http://schemas.microsoft.com/office/drawing/2014/main" id="{2F7B011F-D791-D42D-D940-5CC578132409}"/>
              </a:ext>
            </a:extLst>
          </p:cNvPr>
          <p:cNvSpPr txBox="1"/>
          <p:nvPr/>
        </p:nvSpPr>
        <p:spPr>
          <a:xfrm>
            <a:off x="7205472" y="532376"/>
            <a:ext cx="38496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Une hypothèse populaire est qu’après avoir été tiré dessus à la montée de Gur, Achazia a continué à descendre jusqu’à Samarie, où il s’est caché. Mais il y fut trouvé </a:t>
            </a:r>
            <a:r>
              <a:rPr lang="fr-CA"/>
              <a:t>et fut emmené </a:t>
            </a:r>
            <a:r>
              <a:rPr lang="fr-CA" dirty="0"/>
              <a:t>par la suite à </a:t>
            </a:r>
            <a:r>
              <a:rPr lang="fr-CA" dirty="0" err="1"/>
              <a:t>Meguiddo</a:t>
            </a:r>
            <a:r>
              <a:rPr lang="fr-CA" dirty="0"/>
              <a:t>, où il fut exécuté. Cependant, une condition n’est pas respectée:</a:t>
            </a:r>
          </a:p>
          <a:p>
            <a:endParaRPr lang="fr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>
                <a:solidFill>
                  <a:srgbClr val="FF0000"/>
                </a:solidFill>
              </a:rPr>
              <a:t>Achazia s’est enfui à </a:t>
            </a:r>
            <a:r>
              <a:rPr lang="fr-CA" dirty="0" err="1">
                <a:solidFill>
                  <a:srgbClr val="FF0000"/>
                </a:solidFill>
              </a:rPr>
              <a:t>Meguiddo</a:t>
            </a:r>
            <a:r>
              <a:rPr lang="fr-CA" dirty="0">
                <a:solidFill>
                  <a:srgbClr val="FF0000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>
                <a:solidFill>
                  <a:srgbClr val="00B050"/>
                </a:solidFill>
              </a:rPr>
              <a:t>Achazia fut trouvé à Samarie.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>
                <a:solidFill>
                  <a:srgbClr val="00B050"/>
                </a:solidFill>
              </a:rPr>
              <a:t>Achazia est mort à </a:t>
            </a:r>
            <a:r>
              <a:rPr lang="fr-CA" dirty="0" err="1">
                <a:solidFill>
                  <a:srgbClr val="00B050"/>
                </a:solidFill>
              </a:rPr>
              <a:t>Meguiddo</a:t>
            </a:r>
            <a:r>
              <a:rPr lang="fr-CA" dirty="0">
                <a:solidFill>
                  <a:srgbClr val="00B050"/>
                </a:solidFill>
              </a:rPr>
              <a:t>.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AB570AB9-BFAC-501C-27C3-186D6559F785}"/>
              </a:ext>
            </a:extLst>
          </p:cNvPr>
          <p:cNvSpPr txBox="1"/>
          <p:nvPr/>
        </p:nvSpPr>
        <p:spPr>
          <a:xfrm>
            <a:off x="7205472" y="4697136"/>
            <a:ext cx="38496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Selon cette hypothèse, Achazia ne s’est pas enfui à </a:t>
            </a:r>
            <a:r>
              <a:rPr lang="fr-CA" dirty="0" err="1"/>
              <a:t>Meguiddo</a:t>
            </a:r>
            <a:r>
              <a:rPr lang="fr-CA" dirty="0"/>
              <a:t>. Il y a plutôt été emmené de force.</a:t>
            </a:r>
          </a:p>
        </p:txBody>
      </p:sp>
    </p:spTree>
    <p:extLst>
      <p:ext uri="{BB962C8B-B14F-4D97-AF65-F5344CB8AC3E}">
        <p14:creationId xmlns:p14="http://schemas.microsoft.com/office/powerpoint/2010/main" val="310143689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C61A4-6808-0F02-03FC-CC90B8D6B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F5E9F2BE-9C8C-7ED3-FD4F-1BC80506A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6" y="0"/>
            <a:ext cx="6096465" cy="6858000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4E44FE9C-812F-6E4C-B776-03772A2AD2A5}"/>
              </a:ext>
            </a:extLst>
          </p:cNvPr>
          <p:cNvSpPr txBox="1"/>
          <p:nvPr/>
        </p:nvSpPr>
        <p:spPr>
          <a:xfrm>
            <a:off x="7187184" y="1443841"/>
            <a:ext cx="384962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Le seul trajet logique que je vois qui respecte les trois conditions est la suivante:</a:t>
            </a:r>
          </a:p>
          <a:p>
            <a:endParaRPr lang="fr-CA" dirty="0"/>
          </a:p>
          <a:p>
            <a:pPr marL="342900" indent="-342900">
              <a:buAutoNum type="arabicParenR"/>
            </a:pPr>
            <a:r>
              <a:rPr lang="fr-CA" dirty="0"/>
              <a:t>Après avoir été tiré dessus à la montée de Gur, Achazia s’est bel et bien enfui tout de suite à </a:t>
            </a:r>
            <a:r>
              <a:rPr lang="fr-CA" dirty="0" err="1"/>
              <a:t>Meguiddo</a:t>
            </a:r>
            <a:r>
              <a:rPr lang="fr-CA" dirty="0"/>
              <a:t>, comme la carte le montre.</a:t>
            </a:r>
          </a:p>
          <a:p>
            <a:pPr marL="342900" indent="-342900">
              <a:buAutoNum type="arabicParenR"/>
            </a:pPr>
            <a:r>
              <a:rPr lang="fr-CA" dirty="0"/>
              <a:t>Ensuite, pour regagner son royaume et être en sécurité, il est descendu à Samarie, la capitale, une ville fortifiée, pour s’y réfugier et s’y cacher temporairement.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7" name="Encre 36">
                <a:extLst>
                  <a:ext uri="{FF2B5EF4-FFF2-40B4-BE49-F238E27FC236}">
                    <a16:creationId xmlns:a16="http://schemas.microsoft.com/office/drawing/2014/main" id="{FE91EBD5-F7BB-5E85-C89A-9D152533DB31}"/>
                  </a:ext>
                </a:extLst>
              </p14:cNvPr>
              <p14:cNvContentPartPr/>
              <p14:nvPr/>
            </p14:nvContentPartPr>
            <p14:xfrm>
              <a:off x="786384" y="3956616"/>
              <a:ext cx="123480" cy="112680"/>
            </p14:xfrm>
          </p:contentPart>
        </mc:Choice>
        <mc:Fallback xmlns="">
          <p:pic>
            <p:nvPicPr>
              <p:cNvPr id="37" name="Encre 36">
                <a:extLst>
                  <a:ext uri="{FF2B5EF4-FFF2-40B4-BE49-F238E27FC236}">
                    <a16:creationId xmlns:a16="http://schemas.microsoft.com/office/drawing/2014/main" id="{FE91EBD5-F7BB-5E85-C89A-9D152533DB3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8384" y="3938976"/>
                <a:ext cx="15912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9" name="Encre 38">
                <a:extLst>
                  <a:ext uri="{FF2B5EF4-FFF2-40B4-BE49-F238E27FC236}">
                    <a16:creationId xmlns:a16="http://schemas.microsoft.com/office/drawing/2014/main" id="{B3E3F605-A2BC-20E5-8C55-B4A423FFDA69}"/>
                  </a:ext>
                </a:extLst>
              </p14:cNvPr>
              <p14:cNvContentPartPr/>
              <p14:nvPr/>
            </p14:nvContentPartPr>
            <p14:xfrm>
              <a:off x="805464" y="3977496"/>
              <a:ext cx="100080" cy="59040"/>
            </p14:xfrm>
          </p:contentPart>
        </mc:Choice>
        <mc:Fallback xmlns="">
          <p:pic>
            <p:nvPicPr>
              <p:cNvPr id="39" name="Encre 38">
                <a:extLst>
                  <a:ext uri="{FF2B5EF4-FFF2-40B4-BE49-F238E27FC236}">
                    <a16:creationId xmlns:a16="http://schemas.microsoft.com/office/drawing/2014/main" id="{B3E3F605-A2BC-20E5-8C55-B4A423FFDA6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7464" y="3959496"/>
                <a:ext cx="13572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1" name="Encre 50">
                <a:extLst>
                  <a:ext uri="{FF2B5EF4-FFF2-40B4-BE49-F238E27FC236}">
                    <a16:creationId xmlns:a16="http://schemas.microsoft.com/office/drawing/2014/main" id="{907351A3-0884-8DE7-E1E4-4B6AA1D6FDAB}"/>
                  </a:ext>
                </a:extLst>
              </p14:cNvPr>
              <p14:cNvContentPartPr/>
              <p14:nvPr/>
            </p14:nvContentPartPr>
            <p14:xfrm>
              <a:off x="228384" y="4462056"/>
              <a:ext cx="55440" cy="293040"/>
            </p14:xfrm>
          </p:contentPart>
        </mc:Choice>
        <mc:Fallback xmlns="">
          <p:pic>
            <p:nvPicPr>
              <p:cNvPr id="51" name="Encre 50">
                <a:extLst>
                  <a:ext uri="{FF2B5EF4-FFF2-40B4-BE49-F238E27FC236}">
                    <a16:creationId xmlns:a16="http://schemas.microsoft.com/office/drawing/2014/main" id="{907351A3-0884-8DE7-E1E4-4B6AA1D6FDA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0384" y="4444056"/>
                <a:ext cx="91080" cy="3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2" name="Encre 51">
                <a:extLst>
                  <a:ext uri="{FF2B5EF4-FFF2-40B4-BE49-F238E27FC236}">
                    <a16:creationId xmlns:a16="http://schemas.microsoft.com/office/drawing/2014/main" id="{6FF95A9E-2855-56A8-2096-43DFC04729B9}"/>
                  </a:ext>
                </a:extLst>
              </p14:cNvPr>
              <p14:cNvContentPartPr/>
              <p14:nvPr/>
            </p14:nvContentPartPr>
            <p14:xfrm>
              <a:off x="57024" y="4754736"/>
              <a:ext cx="179280" cy="297000"/>
            </p14:xfrm>
          </p:contentPart>
        </mc:Choice>
        <mc:Fallback xmlns="">
          <p:pic>
            <p:nvPicPr>
              <p:cNvPr id="52" name="Encre 51">
                <a:extLst>
                  <a:ext uri="{FF2B5EF4-FFF2-40B4-BE49-F238E27FC236}">
                    <a16:creationId xmlns:a16="http://schemas.microsoft.com/office/drawing/2014/main" id="{6FF95A9E-2855-56A8-2096-43DFC04729B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9384" y="4736736"/>
                <a:ext cx="214920" cy="33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e 56">
            <a:extLst>
              <a:ext uri="{FF2B5EF4-FFF2-40B4-BE49-F238E27FC236}">
                <a16:creationId xmlns:a16="http://schemas.microsoft.com/office/drawing/2014/main" id="{418D7CFB-ACE7-D030-6DFE-6BE0D2154CFC}"/>
              </a:ext>
            </a:extLst>
          </p:cNvPr>
          <p:cNvGrpSpPr/>
          <p:nvPr/>
        </p:nvGrpSpPr>
        <p:grpSpPr>
          <a:xfrm>
            <a:off x="82224" y="4937976"/>
            <a:ext cx="825480" cy="137160"/>
            <a:chOff x="82224" y="4937976"/>
            <a:chExt cx="825480" cy="13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53" name="Encre 52">
                  <a:extLst>
                    <a:ext uri="{FF2B5EF4-FFF2-40B4-BE49-F238E27FC236}">
                      <a16:creationId xmlns:a16="http://schemas.microsoft.com/office/drawing/2014/main" id="{DF2F693A-D921-C1D3-96DB-AA7EDB0C7384}"/>
                    </a:ext>
                  </a:extLst>
                </p14:cNvPr>
                <p14:cNvContentPartPr/>
                <p14:nvPr/>
              </p14:nvContentPartPr>
              <p14:xfrm>
                <a:off x="82224" y="4937976"/>
                <a:ext cx="825480" cy="137160"/>
              </p14:xfrm>
            </p:contentPart>
          </mc:Choice>
          <mc:Fallback xmlns="">
            <p:pic>
              <p:nvPicPr>
                <p:cNvPr id="53" name="Encre 52">
                  <a:extLst>
                    <a:ext uri="{FF2B5EF4-FFF2-40B4-BE49-F238E27FC236}">
                      <a16:creationId xmlns:a16="http://schemas.microsoft.com/office/drawing/2014/main" id="{DF2F693A-D921-C1D3-96DB-AA7EDB0C738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4224" y="4920336"/>
                  <a:ext cx="8611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4" name="Encre 53">
                  <a:extLst>
                    <a:ext uri="{FF2B5EF4-FFF2-40B4-BE49-F238E27FC236}">
                      <a16:creationId xmlns:a16="http://schemas.microsoft.com/office/drawing/2014/main" id="{80DA2E50-0383-0AE2-5C75-9BBE0E41F9F0}"/>
                    </a:ext>
                  </a:extLst>
                </p14:cNvPr>
                <p14:cNvContentPartPr/>
                <p14:nvPr/>
              </p14:nvContentPartPr>
              <p14:xfrm>
                <a:off x="93024" y="4974336"/>
                <a:ext cx="16920" cy="66960"/>
              </p14:xfrm>
            </p:contentPart>
          </mc:Choice>
          <mc:Fallback xmlns="">
            <p:pic>
              <p:nvPicPr>
                <p:cNvPr id="54" name="Encre 53">
                  <a:extLst>
                    <a:ext uri="{FF2B5EF4-FFF2-40B4-BE49-F238E27FC236}">
                      <a16:creationId xmlns:a16="http://schemas.microsoft.com/office/drawing/2014/main" id="{80DA2E50-0383-0AE2-5C75-9BBE0E41F9F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5384" y="4956336"/>
                  <a:ext cx="525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6" name="Encre 55">
                  <a:extLst>
                    <a:ext uri="{FF2B5EF4-FFF2-40B4-BE49-F238E27FC236}">
                      <a16:creationId xmlns:a16="http://schemas.microsoft.com/office/drawing/2014/main" id="{02E5D8AB-46CD-9CE6-FB36-87C4649FFE33}"/>
                    </a:ext>
                  </a:extLst>
                </p14:cNvPr>
                <p14:cNvContentPartPr/>
                <p14:nvPr/>
              </p14:nvContentPartPr>
              <p14:xfrm>
                <a:off x="100224" y="5074776"/>
                <a:ext cx="360" cy="360"/>
              </p14:xfrm>
            </p:contentPart>
          </mc:Choice>
          <mc:Fallback xmlns="">
            <p:pic>
              <p:nvPicPr>
                <p:cNvPr id="56" name="Encre 55">
                  <a:extLst>
                    <a:ext uri="{FF2B5EF4-FFF2-40B4-BE49-F238E27FC236}">
                      <a16:creationId xmlns:a16="http://schemas.microsoft.com/office/drawing/2014/main" id="{02E5D8AB-46CD-9CE6-FB36-87C4649FFE3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2584" y="505677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e 58">
            <a:extLst>
              <a:ext uri="{FF2B5EF4-FFF2-40B4-BE49-F238E27FC236}">
                <a16:creationId xmlns:a16="http://schemas.microsoft.com/office/drawing/2014/main" id="{CFFB034E-D5BF-D0E8-0411-0654F935E5A9}"/>
              </a:ext>
            </a:extLst>
          </p:cNvPr>
          <p:cNvGrpSpPr/>
          <p:nvPr/>
        </p:nvGrpSpPr>
        <p:grpSpPr>
          <a:xfrm>
            <a:off x="182304" y="4058136"/>
            <a:ext cx="619920" cy="408240"/>
            <a:chOff x="182304" y="4058136"/>
            <a:chExt cx="619920" cy="40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4" name="Encre 33">
                  <a:extLst>
                    <a:ext uri="{FF2B5EF4-FFF2-40B4-BE49-F238E27FC236}">
                      <a16:creationId xmlns:a16="http://schemas.microsoft.com/office/drawing/2014/main" id="{D20FAF47-1F42-5781-C09A-CD55125A1ED9}"/>
                    </a:ext>
                  </a:extLst>
                </p14:cNvPr>
                <p14:cNvContentPartPr/>
                <p14:nvPr/>
              </p14:nvContentPartPr>
              <p14:xfrm>
                <a:off x="667224" y="4074696"/>
                <a:ext cx="100080" cy="58320"/>
              </p14:xfrm>
            </p:contentPart>
          </mc:Choice>
          <mc:Fallback xmlns="">
            <p:pic>
              <p:nvPicPr>
                <p:cNvPr id="34" name="Encre 33">
                  <a:extLst>
                    <a:ext uri="{FF2B5EF4-FFF2-40B4-BE49-F238E27FC236}">
                      <a16:creationId xmlns:a16="http://schemas.microsoft.com/office/drawing/2014/main" id="{D20FAF47-1F42-5781-C09A-CD55125A1ED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49584" y="4057056"/>
                  <a:ext cx="1357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5" name="Encre 34">
                  <a:extLst>
                    <a:ext uri="{FF2B5EF4-FFF2-40B4-BE49-F238E27FC236}">
                      <a16:creationId xmlns:a16="http://schemas.microsoft.com/office/drawing/2014/main" id="{95DA8C80-5883-8F6C-10ED-BE12C64961E4}"/>
                    </a:ext>
                  </a:extLst>
                </p14:cNvPr>
                <p14:cNvContentPartPr/>
                <p14:nvPr/>
              </p14:nvContentPartPr>
              <p14:xfrm>
                <a:off x="777024" y="4058136"/>
                <a:ext cx="25200" cy="11160"/>
              </p14:xfrm>
            </p:contentPart>
          </mc:Choice>
          <mc:Fallback xmlns="">
            <p:pic>
              <p:nvPicPr>
                <p:cNvPr id="35" name="Encre 34">
                  <a:extLst>
                    <a:ext uri="{FF2B5EF4-FFF2-40B4-BE49-F238E27FC236}">
                      <a16:creationId xmlns:a16="http://schemas.microsoft.com/office/drawing/2014/main" id="{95DA8C80-5883-8F6C-10ED-BE12C64961E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59384" y="4040136"/>
                  <a:ext cx="608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1" name="Encre 40">
                  <a:extLst>
                    <a:ext uri="{FF2B5EF4-FFF2-40B4-BE49-F238E27FC236}">
                      <a16:creationId xmlns:a16="http://schemas.microsoft.com/office/drawing/2014/main" id="{B5CCB2EB-36F8-31E6-EA86-AC8B21778AFF}"/>
                    </a:ext>
                  </a:extLst>
                </p14:cNvPr>
                <p14:cNvContentPartPr/>
                <p14:nvPr/>
              </p14:nvContentPartPr>
              <p14:xfrm>
                <a:off x="494784" y="4114656"/>
                <a:ext cx="173160" cy="83160"/>
              </p14:xfrm>
            </p:contentPart>
          </mc:Choice>
          <mc:Fallback xmlns="">
            <p:pic>
              <p:nvPicPr>
                <p:cNvPr id="41" name="Encre 40">
                  <a:extLst>
                    <a:ext uri="{FF2B5EF4-FFF2-40B4-BE49-F238E27FC236}">
                      <a16:creationId xmlns:a16="http://schemas.microsoft.com/office/drawing/2014/main" id="{B5CCB2EB-36F8-31E6-EA86-AC8B21778AF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76784" y="4096656"/>
                  <a:ext cx="2088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3" name="Encre 42">
                  <a:extLst>
                    <a:ext uri="{FF2B5EF4-FFF2-40B4-BE49-F238E27FC236}">
                      <a16:creationId xmlns:a16="http://schemas.microsoft.com/office/drawing/2014/main" id="{736F6ACF-4D7A-6813-447E-7622335BB32D}"/>
                    </a:ext>
                  </a:extLst>
                </p14:cNvPr>
                <p14:cNvContentPartPr/>
                <p14:nvPr/>
              </p14:nvContentPartPr>
              <p14:xfrm>
                <a:off x="357264" y="4172976"/>
                <a:ext cx="118440" cy="33120"/>
              </p14:xfrm>
            </p:contentPart>
          </mc:Choice>
          <mc:Fallback xmlns="">
            <p:pic>
              <p:nvPicPr>
                <p:cNvPr id="43" name="Encre 42">
                  <a:extLst>
                    <a:ext uri="{FF2B5EF4-FFF2-40B4-BE49-F238E27FC236}">
                      <a16:creationId xmlns:a16="http://schemas.microsoft.com/office/drawing/2014/main" id="{736F6ACF-4D7A-6813-447E-7622335BB32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39264" y="4155336"/>
                  <a:ext cx="1540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5" name="Encre 44">
                  <a:extLst>
                    <a:ext uri="{FF2B5EF4-FFF2-40B4-BE49-F238E27FC236}">
                      <a16:creationId xmlns:a16="http://schemas.microsoft.com/office/drawing/2014/main" id="{28789CD1-33EC-3D8D-21E6-0DD289140FAE}"/>
                    </a:ext>
                  </a:extLst>
                </p14:cNvPr>
                <p14:cNvContentPartPr/>
                <p14:nvPr/>
              </p14:nvContentPartPr>
              <p14:xfrm>
                <a:off x="210024" y="4172616"/>
                <a:ext cx="244440" cy="116280"/>
              </p14:xfrm>
            </p:contentPart>
          </mc:Choice>
          <mc:Fallback xmlns="">
            <p:pic>
              <p:nvPicPr>
                <p:cNvPr id="45" name="Encre 44">
                  <a:extLst>
                    <a:ext uri="{FF2B5EF4-FFF2-40B4-BE49-F238E27FC236}">
                      <a16:creationId xmlns:a16="http://schemas.microsoft.com/office/drawing/2014/main" id="{28789CD1-33EC-3D8D-21E6-0DD289140FA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92384" y="4154616"/>
                  <a:ext cx="2800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47" name="Encre 46">
                  <a:extLst>
                    <a:ext uri="{FF2B5EF4-FFF2-40B4-BE49-F238E27FC236}">
                      <a16:creationId xmlns:a16="http://schemas.microsoft.com/office/drawing/2014/main" id="{07756A40-1174-4272-7604-B8CEE7011956}"/>
                    </a:ext>
                  </a:extLst>
                </p14:cNvPr>
                <p14:cNvContentPartPr/>
                <p14:nvPr/>
              </p14:nvContentPartPr>
              <p14:xfrm>
                <a:off x="188424" y="4257216"/>
                <a:ext cx="86040" cy="40320"/>
              </p14:xfrm>
            </p:contentPart>
          </mc:Choice>
          <mc:Fallback xmlns="">
            <p:pic>
              <p:nvPicPr>
                <p:cNvPr id="47" name="Encre 46">
                  <a:extLst>
                    <a:ext uri="{FF2B5EF4-FFF2-40B4-BE49-F238E27FC236}">
                      <a16:creationId xmlns:a16="http://schemas.microsoft.com/office/drawing/2014/main" id="{07756A40-1174-4272-7604-B8CEE701195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70424" y="4239576"/>
                  <a:ext cx="1216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8" name="Encre 47">
                  <a:extLst>
                    <a:ext uri="{FF2B5EF4-FFF2-40B4-BE49-F238E27FC236}">
                      <a16:creationId xmlns:a16="http://schemas.microsoft.com/office/drawing/2014/main" id="{33D75098-F7AC-59B7-FA6B-B60A95092700}"/>
                    </a:ext>
                  </a:extLst>
                </p14:cNvPr>
                <p14:cNvContentPartPr/>
                <p14:nvPr/>
              </p14:nvContentPartPr>
              <p14:xfrm>
                <a:off x="189144" y="4338576"/>
                <a:ext cx="85320" cy="127800"/>
              </p14:xfrm>
            </p:contentPart>
          </mc:Choice>
          <mc:Fallback xmlns="">
            <p:pic>
              <p:nvPicPr>
                <p:cNvPr id="48" name="Encre 47">
                  <a:extLst>
                    <a:ext uri="{FF2B5EF4-FFF2-40B4-BE49-F238E27FC236}">
                      <a16:creationId xmlns:a16="http://schemas.microsoft.com/office/drawing/2014/main" id="{33D75098-F7AC-59B7-FA6B-B60A9509270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71504" y="4320936"/>
                  <a:ext cx="1209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58" name="Encre 57">
                  <a:extLst>
                    <a:ext uri="{FF2B5EF4-FFF2-40B4-BE49-F238E27FC236}">
                      <a16:creationId xmlns:a16="http://schemas.microsoft.com/office/drawing/2014/main" id="{3F6EA4AB-9963-5242-9BC0-189F86CEFB91}"/>
                    </a:ext>
                  </a:extLst>
                </p14:cNvPr>
                <p14:cNvContentPartPr/>
                <p14:nvPr/>
              </p14:nvContentPartPr>
              <p14:xfrm>
                <a:off x="182304" y="4315896"/>
                <a:ext cx="9720" cy="42480"/>
              </p14:xfrm>
            </p:contentPart>
          </mc:Choice>
          <mc:Fallback xmlns="">
            <p:pic>
              <p:nvPicPr>
                <p:cNvPr id="58" name="Encre 57">
                  <a:extLst>
                    <a:ext uri="{FF2B5EF4-FFF2-40B4-BE49-F238E27FC236}">
                      <a16:creationId xmlns:a16="http://schemas.microsoft.com/office/drawing/2014/main" id="{3F6EA4AB-9963-5242-9BC0-189F86CEFB9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64664" y="4297896"/>
                  <a:ext cx="45360" cy="78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6995698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EF5A4-F90B-CDCB-F934-613687DB5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23708A45-E3C9-6A2E-F917-056EB519C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6" y="0"/>
            <a:ext cx="6096465" cy="6858000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36FC1755-AFEA-FF56-ED51-31C8B1A8B328}"/>
              </a:ext>
            </a:extLst>
          </p:cNvPr>
          <p:cNvSpPr txBox="1"/>
          <p:nvPr/>
        </p:nvSpPr>
        <p:spPr>
          <a:xfrm>
            <a:off x="7214616" y="1997839"/>
            <a:ext cx="38496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3) Mais il a été trouvé et ramené à </a:t>
            </a:r>
            <a:r>
              <a:rPr lang="fr-CA" dirty="0" err="1"/>
              <a:t>Meguiddo</a:t>
            </a:r>
            <a:r>
              <a:rPr lang="fr-CA" dirty="0"/>
              <a:t>, où il fut finalement exécuté.</a:t>
            </a:r>
          </a:p>
          <a:p>
            <a:endParaRPr lang="fr-CA" dirty="0"/>
          </a:p>
          <a:p>
            <a:r>
              <a:rPr lang="fr-CA" dirty="0"/>
              <a:t>Les trois conditions sont ainsi respectées:</a:t>
            </a:r>
          </a:p>
          <a:p>
            <a:endParaRPr lang="fr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>
                <a:solidFill>
                  <a:srgbClr val="00B050"/>
                </a:solidFill>
              </a:rPr>
              <a:t>Achazia s’est enfui à </a:t>
            </a:r>
            <a:r>
              <a:rPr lang="fr-CA" dirty="0" err="1">
                <a:solidFill>
                  <a:srgbClr val="00B050"/>
                </a:solidFill>
              </a:rPr>
              <a:t>Meguiddo</a:t>
            </a:r>
            <a:r>
              <a:rPr lang="fr-CA" dirty="0">
                <a:solidFill>
                  <a:srgbClr val="00B050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>
                <a:solidFill>
                  <a:srgbClr val="00B050"/>
                </a:solidFill>
              </a:rPr>
              <a:t>Achazia fut trouvé à Samarie.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>
                <a:solidFill>
                  <a:srgbClr val="00B050"/>
                </a:solidFill>
              </a:rPr>
              <a:t>Achazia est mort à </a:t>
            </a:r>
            <a:r>
              <a:rPr lang="fr-CA" dirty="0" err="1">
                <a:solidFill>
                  <a:srgbClr val="00B050"/>
                </a:solidFill>
              </a:rPr>
              <a:t>Meguiddo</a:t>
            </a:r>
            <a:r>
              <a:rPr lang="fr-CA" dirty="0">
                <a:solidFill>
                  <a:srgbClr val="00B050"/>
                </a:solidFill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80D64A7E-06C7-FBF0-B433-877086A5BA27}"/>
                  </a:ext>
                </a:extLst>
              </p14:cNvPr>
              <p14:cNvContentPartPr/>
              <p14:nvPr/>
            </p14:nvContentPartPr>
            <p14:xfrm>
              <a:off x="815904" y="4930056"/>
              <a:ext cx="89280" cy="16920"/>
            </p14:xfrm>
          </p:contentPart>
        </mc:Choice>
        <mc:Fallback xmlns=""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80D64A7E-06C7-FBF0-B433-877086A5BA2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8264" y="4912416"/>
                <a:ext cx="12492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Encre 8">
                <a:extLst>
                  <a:ext uri="{FF2B5EF4-FFF2-40B4-BE49-F238E27FC236}">
                    <a16:creationId xmlns:a16="http://schemas.microsoft.com/office/drawing/2014/main" id="{2DDB54F6-88AD-EEB5-A65B-A0CCDE7EE79E}"/>
                  </a:ext>
                </a:extLst>
              </p14:cNvPr>
              <p14:cNvContentPartPr/>
              <p14:nvPr/>
            </p14:nvContentPartPr>
            <p14:xfrm>
              <a:off x="73944" y="5045976"/>
              <a:ext cx="392400" cy="34560"/>
            </p14:xfrm>
          </p:contentPart>
        </mc:Choice>
        <mc:Fallback xmlns="">
          <p:pic>
            <p:nvPicPr>
              <p:cNvPr id="9" name="Encre 8">
                <a:extLst>
                  <a:ext uri="{FF2B5EF4-FFF2-40B4-BE49-F238E27FC236}">
                    <a16:creationId xmlns:a16="http://schemas.microsoft.com/office/drawing/2014/main" id="{2DDB54F6-88AD-EEB5-A65B-A0CCDE7EE79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304" y="5028336"/>
                <a:ext cx="428040" cy="7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e 10">
            <a:extLst>
              <a:ext uri="{FF2B5EF4-FFF2-40B4-BE49-F238E27FC236}">
                <a16:creationId xmlns:a16="http://schemas.microsoft.com/office/drawing/2014/main" id="{AA2A4D6A-8C7F-EEFB-B03F-B67905A34663}"/>
              </a:ext>
            </a:extLst>
          </p:cNvPr>
          <p:cNvGrpSpPr/>
          <p:nvPr/>
        </p:nvGrpSpPr>
        <p:grpSpPr>
          <a:xfrm>
            <a:off x="420624" y="4947336"/>
            <a:ext cx="414000" cy="136800"/>
            <a:chOff x="420624" y="4947336"/>
            <a:chExt cx="414000" cy="13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Encre 5">
                  <a:extLst>
                    <a:ext uri="{FF2B5EF4-FFF2-40B4-BE49-F238E27FC236}">
                      <a16:creationId xmlns:a16="http://schemas.microsoft.com/office/drawing/2014/main" id="{DC44C6D6-20F2-9C04-8CCB-5739188D03DA}"/>
                    </a:ext>
                  </a:extLst>
                </p14:cNvPr>
                <p14:cNvContentPartPr/>
                <p14:nvPr/>
              </p14:nvContentPartPr>
              <p14:xfrm>
                <a:off x="420624" y="4958856"/>
                <a:ext cx="376920" cy="125280"/>
              </p14:xfrm>
            </p:contentPart>
          </mc:Choice>
          <mc:Fallback xmlns="">
            <p:pic>
              <p:nvPicPr>
                <p:cNvPr id="6" name="Encre 5">
                  <a:extLst>
                    <a:ext uri="{FF2B5EF4-FFF2-40B4-BE49-F238E27FC236}">
                      <a16:creationId xmlns:a16="http://schemas.microsoft.com/office/drawing/2014/main" id="{DC44C6D6-20F2-9C04-8CCB-5739188D03D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02624" y="4941216"/>
                  <a:ext cx="4125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Encre 6">
                  <a:extLst>
                    <a:ext uri="{FF2B5EF4-FFF2-40B4-BE49-F238E27FC236}">
                      <a16:creationId xmlns:a16="http://schemas.microsoft.com/office/drawing/2014/main" id="{95DA481B-3033-9C9B-6DBA-9D6338BA1716}"/>
                    </a:ext>
                  </a:extLst>
                </p14:cNvPr>
                <p14:cNvContentPartPr/>
                <p14:nvPr/>
              </p14:nvContentPartPr>
              <p14:xfrm>
                <a:off x="795384" y="4974336"/>
                <a:ext cx="360" cy="360"/>
              </p14:xfrm>
            </p:contentPart>
          </mc:Choice>
          <mc:Fallback xmlns="">
            <p:pic>
              <p:nvPicPr>
                <p:cNvPr id="7" name="Encre 6">
                  <a:extLst>
                    <a:ext uri="{FF2B5EF4-FFF2-40B4-BE49-F238E27FC236}">
                      <a16:creationId xmlns:a16="http://schemas.microsoft.com/office/drawing/2014/main" id="{95DA481B-3033-9C9B-6DBA-9D6338BA171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77384" y="495633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Encre 9">
                  <a:extLst>
                    <a:ext uri="{FF2B5EF4-FFF2-40B4-BE49-F238E27FC236}">
                      <a16:creationId xmlns:a16="http://schemas.microsoft.com/office/drawing/2014/main" id="{22DD94F7-D21E-55B1-EE22-99F9B3CFEF49}"/>
                    </a:ext>
                  </a:extLst>
                </p14:cNvPr>
                <p14:cNvContentPartPr/>
                <p14:nvPr/>
              </p14:nvContentPartPr>
              <p14:xfrm>
                <a:off x="658224" y="4947336"/>
                <a:ext cx="176400" cy="72720"/>
              </p14:xfrm>
            </p:contentPart>
          </mc:Choice>
          <mc:Fallback xmlns="">
            <p:pic>
              <p:nvPicPr>
                <p:cNvPr id="10" name="Encre 9">
                  <a:extLst>
                    <a:ext uri="{FF2B5EF4-FFF2-40B4-BE49-F238E27FC236}">
                      <a16:creationId xmlns:a16="http://schemas.microsoft.com/office/drawing/2014/main" id="{22DD94F7-D21E-55B1-EE22-99F9B3CFEF4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40224" y="4929696"/>
                  <a:ext cx="21204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B4F6A603-22B1-5873-10D9-DA7DF7098BB7}"/>
              </a:ext>
            </a:extLst>
          </p:cNvPr>
          <p:cNvGrpSpPr/>
          <p:nvPr/>
        </p:nvGrpSpPr>
        <p:grpSpPr>
          <a:xfrm>
            <a:off x="45504" y="4220496"/>
            <a:ext cx="457560" cy="845640"/>
            <a:chOff x="45504" y="4220496"/>
            <a:chExt cx="457560" cy="84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Encre 11">
                  <a:extLst>
                    <a:ext uri="{FF2B5EF4-FFF2-40B4-BE49-F238E27FC236}">
                      <a16:creationId xmlns:a16="http://schemas.microsoft.com/office/drawing/2014/main" id="{EFA6E010-7E84-7B12-5067-BA9FA7874604}"/>
                    </a:ext>
                  </a:extLst>
                </p14:cNvPr>
                <p14:cNvContentPartPr/>
                <p14:nvPr/>
              </p14:nvContentPartPr>
              <p14:xfrm>
                <a:off x="45504" y="4810896"/>
                <a:ext cx="173520" cy="255240"/>
              </p14:xfrm>
            </p:contentPart>
          </mc:Choice>
          <mc:Fallback xmlns="">
            <p:pic>
              <p:nvPicPr>
                <p:cNvPr id="12" name="Encre 11">
                  <a:extLst>
                    <a:ext uri="{FF2B5EF4-FFF2-40B4-BE49-F238E27FC236}">
                      <a16:creationId xmlns:a16="http://schemas.microsoft.com/office/drawing/2014/main" id="{EFA6E010-7E84-7B12-5067-BA9FA787460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7864" y="4792896"/>
                  <a:ext cx="2091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Encre 12">
                  <a:extLst>
                    <a:ext uri="{FF2B5EF4-FFF2-40B4-BE49-F238E27FC236}">
                      <a16:creationId xmlns:a16="http://schemas.microsoft.com/office/drawing/2014/main" id="{19569122-2667-FFEA-3972-B8431D4CF1BC}"/>
                    </a:ext>
                  </a:extLst>
                </p14:cNvPr>
                <p14:cNvContentPartPr/>
                <p14:nvPr/>
              </p14:nvContentPartPr>
              <p14:xfrm>
                <a:off x="228384" y="4653936"/>
                <a:ext cx="27360" cy="146880"/>
              </p14:xfrm>
            </p:contentPart>
          </mc:Choice>
          <mc:Fallback xmlns="">
            <p:pic>
              <p:nvPicPr>
                <p:cNvPr id="13" name="Encre 12">
                  <a:extLst>
                    <a:ext uri="{FF2B5EF4-FFF2-40B4-BE49-F238E27FC236}">
                      <a16:creationId xmlns:a16="http://schemas.microsoft.com/office/drawing/2014/main" id="{19569122-2667-FFEA-3972-B8431D4CF1B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10744" y="4635936"/>
                  <a:ext cx="630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Encre 13">
                  <a:extLst>
                    <a:ext uri="{FF2B5EF4-FFF2-40B4-BE49-F238E27FC236}">
                      <a16:creationId xmlns:a16="http://schemas.microsoft.com/office/drawing/2014/main" id="{C276E065-EC49-6F6C-D482-8CB36C371797}"/>
                    </a:ext>
                  </a:extLst>
                </p14:cNvPr>
                <p14:cNvContentPartPr/>
                <p14:nvPr/>
              </p14:nvContentPartPr>
              <p14:xfrm>
                <a:off x="255744" y="4515336"/>
                <a:ext cx="10080" cy="120600"/>
              </p14:xfrm>
            </p:contentPart>
          </mc:Choice>
          <mc:Fallback xmlns="">
            <p:pic>
              <p:nvPicPr>
                <p:cNvPr id="14" name="Encre 13">
                  <a:extLst>
                    <a:ext uri="{FF2B5EF4-FFF2-40B4-BE49-F238E27FC236}">
                      <a16:creationId xmlns:a16="http://schemas.microsoft.com/office/drawing/2014/main" id="{C276E065-EC49-6F6C-D482-8CB36C37179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38104" y="4497696"/>
                  <a:ext cx="457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Encre 14">
                  <a:extLst>
                    <a:ext uri="{FF2B5EF4-FFF2-40B4-BE49-F238E27FC236}">
                      <a16:creationId xmlns:a16="http://schemas.microsoft.com/office/drawing/2014/main" id="{85424486-E12B-EC99-0DE3-7D92C4623C48}"/>
                    </a:ext>
                  </a:extLst>
                </p14:cNvPr>
                <p14:cNvContentPartPr/>
                <p14:nvPr/>
              </p14:nvContentPartPr>
              <p14:xfrm>
                <a:off x="214704" y="4408776"/>
                <a:ext cx="50760" cy="90360"/>
              </p14:xfrm>
            </p:contentPart>
          </mc:Choice>
          <mc:Fallback xmlns="">
            <p:pic>
              <p:nvPicPr>
                <p:cNvPr id="15" name="Encre 14">
                  <a:extLst>
                    <a:ext uri="{FF2B5EF4-FFF2-40B4-BE49-F238E27FC236}">
                      <a16:creationId xmlns:a16="http://schemas.microsoft.com/office/drawing/2014/main" id="{85424486-E12B-EC99-0DE3-7D92C4623C4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96704" y="4390776"/>
                  <a:ext cx="864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Encre 16">
                  <a:extLst>
                    <a:ext uri="{FF2B5EF4-FFF2-40B4-BE49-F238E27FC236}">
                      <a16:creationId xmlns:a16="http://schemas.microsoft.com/office/drawing/2014/main" id="{8FB6E191-86D8-891D-219A-66DC3EBA7647}"/>
                    </a:ext>
                  </a:extLst>
                </p14:cNvPr>
                <p14:cNvContentPartPr/>
                <p14:nvPr/>
              </p14:nvContentPartPr>
              <p14:xfrm>
                <a:off x="178344" y="4338936"/>
                <a:ext cx="32040" cy="96120"/>
              </p14:xfrm>
            </p:contentPart>
          </mc:Choice>
          <mc:Fallback xmlns="">
            <p:pic>
              <p:nvPicPr>
                <p:cNvPr id="17" name="Encre 16">
                  <a:extLst>
                    <a:ext uri="{FF2B5EF4-FFF2-40B4-BE49-F238E27FC236}">
                      <a16:creationId xmlns:a16="http://schemas.microsoft.com/office/drawing/2014/main" id="{8FB6E191-86D8-891D-219A-66DC3EBA764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60704" y="4320936"/>
                  <a:ext cx="676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9" name="Encre 18">
                  <a:extLst>
                    <a:ext uri="{FF2B5EF4-FFF2-40B4-BE49-F238E27FC236}">
                      <a16:creationId xmlns:a16="http://schemas.microsoft.com/office/drawing/2014/main" id="{AC3A63CF-D870-53E9-D3B8-9B5519CB0D19}"/>
                    </a:ext>
                  </a:extLst>
                </p14:cNvPr>
                <p14:cNvContentPartPr/>
                <p14:nvPr/>
              </p14:nvContentPartPr>
              <p14:xfrm>
                <a:off x="192024" y="4246416"/>
                <a:ext cx="48600" cy="42120"/>
              </p14:xfrm>
            </p:contentPart>
          </mc:Choice>
          <mc:Fallback xmlns="">
            <p:pic>
              <p:nvPicPr>
                <p:cNvPr id="19" name="Encre 18">
                  <a:extLst>
                    <a:ext uri="{FF2B5EF4-FFF2-40B4-BE49-F238E27FC236}">
                      <a16:creationId xmlns:a16="http://schemas.microsoft.com/office/drawing/2014/main" id="{AC3A63CF-D870-53E9-D3B8-9B5519CB0D1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74024" y="4228776"/>
                  <a:ext cx="842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1" name="Encre 20">
                  <a:extLst>
                    <a:ext uri="{FF2B5EF4-FFF2-40B4-BE49-F238E27FC236}">
                      <a16:creationId xmlns:a16="http://schemas.microsoft.com/office/drawing/2014/main" id="{4535688B-7ED9-3E56-EEDD-0F777CF9D4A7}"/>
                    </a:ext>
                  </a:extLst>
                </p14:cNvPr>
                <p14:cNvContentPartPr/>
                <p14:nvPr/>
              </p14:nvContentPartPr>
              <p14:xfrm>
                <a:off x="146304" y="4220496"/>
                <a:ext cx="356760" cy="132120"/>
              </p14:xfrm>
            </p:contentPart>
          </mc:Choice>
          <mc:Fallback xmlns="">
            <p:pic>
              <p:nvPicPr>
                <p:cNvPr id="21" name="Encre 20">
                  <a:extLst>
                    <a:ext uri="{FF2B5EF4-FFF2-40B4-BE49-F238E27FC236}">
                      <a16:creationId xmlns:a16="http://schemas.microsoft.com/office/drawing/2014/main" id="{4535688B-7ED9-3E56-EEDD-0F777CF9D4A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28304" y="4202856"/>
                  <a:ext cx="392400" cy="167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3" name="Encre 22">
                <a:extLst>
                  <a:ext uri="{FF2B5EF4-FFF2-40B4-BE49-F238E27FC236}">
                    <a16:creationId xmlns:a16="http://schemas.microsoft.com/office/drawing/2014/main" id="{B436CC0E-9A35-97BA-49B9-558588EE6039}"/>
                  </a:ext>
                </a:extLst>
              </p14:cNvPr>
              <p14:cNvContentPartPr/>
              <p14:nvPr/>
            </p14:nvContentPartPr>
            <p14:xfrm>
              <a:off x="301464" y="4142016"/>
              <a:ext cx="393840" cy="109800"/>
            </p14:xfrm>
          </p:contentPart>
        </mc:Choice>
        <mc:Fallback xmlns="">
          <p:pic>
            <p:nvPicPr>
              <p:cNvPr id="23" name="Encre 22">
                <a:extLst>
                  <a:ext uri="{FF2B5EF4-FFF2-40B4-BE49-F238E27FC236}">
                    <a16:creationId xmlns:a16="http://schemas.microsoft.com/office/drawing/2014/main" id="{B436CC0E-9A35-97BA-49B9-558588EE603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83464" y="4124376"/>
                <a:ext cx="42948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4" name="Encre 23">
                <a:extLst>
                  <a:ext uri="{FF2B5EF4-FFF2-40B4-BE49-F238E27FC236}">
                    <a16:creationId xmlns:a16="http://schemas.microsoft.com/office/drawing/2014/main" id="{9454B8A0-8BD8-6909-5E54-F1892B7BCAB3}"/>
                  </a:ext>
                </a:extLst>
              </p14:cNvPr>
              <p14:cNvContentPartPr/>
              <p14:nvPr/>
            </p14:nvContentPartPr>
            <p14:xfrm>
              <a:off x="685584" y="3940416"/>
              <a:ext cx="215640" cy="202320"/>
            </p14:xfrm>
          </p:contentPart>
        </mc:Choice>
        <mc:Fallback xmlns="">
          <p:pic>
            <p:nvPicPr>
              <p:cNvPr id="24" name="Encre 23">
                <a:extLst>
                  <a:ext uri="{FF2B5EF4-FFF2-40B4-BE49-F238E27FC236}">
                    <a16:creationId xmlns:a16="http://schemas.microsoft.com/office/drawing/2014/main" id="{9454B8A0-8BD8-6909-5E54-F1892B7BCAB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67944" y="3922416"/>
                <a:ext cx="251280" cy="23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149594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3746-E04F-C838-77A6-9A49FB57B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BDE4140A-6073-D963-E8D0-732EABB91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6" y="0"/>
            <a:ext cx="6096465" cy="68580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8135D1C8-F2FF-3D9B-127A-B0A4824E0EBF}"/>
              </a:ext>
            </a:extLst>
          </p:cNvPr>
          <p:cNvSpPr txBox="1"/>
          <p:nvPr/>
        </p:nvSpPr>
        <p:spPr>
          <a:xfrm>
            <a:off x="6406431" y="1305341"/>
            <a:ext cx="538932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dirty="0"/>
              <a:t>Mais pourquoi, à la montée de Gur, après s’être fait tiré dessus, Achazia ne s’est pas tout de suite dirigé vers le sud, afin de regagner plus vite Juda? Pourquoi s’est-il dirigé initialement vers le nord?</a:t>
            </a:r>
          </a:p>
          <a:p>
            <a:pPr algn="ctr"/>
            <a:endParaRPr lang="fr-CA" dirty="0"/>
          </a:p>
          <a:p>
            <a:pPr algn="ctr"/>
            <a:r>
              <a:rPr lang="fr-CA" dirty="0"/>
              <a:t>Je ne sais pas.</a:t>
            </a:r>
          </a:p>
          <a:p>
            <a:pPr algn="ctr"/>
            <a:endParaRPr lang="fr-CA" dirty="0"/>
          </a:p>
          <a:p>
            <a:pPr algn="ctr"/>
            <a:r>
              <a:rPr lang="fr-CA" dirty="0"/>
              <a:t>Peut-être il n’avait pas encore eu l’idée d’aller en Juda. Et même s’il avait déjà eu cette idée (très probable, puisqu’il était déjà en train d’aller vers le sud), peut-être Jéhu et ses hommes avaient réussi à lui barrer la route vers le sud ou avaient réussi à l’entourer de toutes parts, sauf au nord-ouest, laissant cette direction comme la seule direction de fuite possible. Sinon, peut-être la panique l’a amené à se diriger vers le nord-ouest sans beaucoup réfléchir.</a:t>
            </a:r>
          </a:p>
        </p:txBody>
      </p:sp>
    </p:spTree>
    <p:extLst>
      <p:ext uri="{BB962C8B-B14F-4D97-AF65-F5344CB8AC3E}">
        <p14:creationId xmlns:p14="http://schemas.microsoft.com/office/powerpoint/2010/main" val="195823128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F73B0-C4B7-6EED-EF53-777DA2EB1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88E45F66-6C57-8AD2-202A-AD07B4835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6" y="0"/>
            <a:ext cx="6096465" cy="68580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B2847A99-1AD5-AD66-5A91-5562DC9AABB1}"/>
              </a:ext>
            </a:extLst>
          </p:cNvPr>
          <p:cNvSpPr txBox="1"/>
          <p:nvPr/>
        </p:nvSpPr>
        <p:spPr>
          <a:xfrm>
            <a:off x="6461295" y="2274838"/>
            <a:ext cx="538932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Peut-être même il sentait qu’il risquait de se faire tirer encore plus et de mourir en continuant à aller tout droit. Alors, il a décidé de prendre le chemin vers </a:t>
            </a:r>
            <a:r>
              <a:rPr lang="fr-CA" dirty="0" err="1"/>
              <a:t>Meguiddo</a:t>
            </a:r>
            <a:r>
              <a:rPr lang="fr-CA" dirty="0"/>
              <a:t>. Non seulement cette ville était fortifiée (donc, ce serait un bon endroit pour se réfugier temporairement), mais le chemin vers </a:t>
            </a:r>
            <a:r>
              <a:rPr lang="fr-CA" dirty="0" err="1"/>
              <a:t>Meguiddo</a:t>
            </a:r>
            <a:r>
              <a:rPr lang="fr-CA" dirty="0"/>
              <a:t> était une route de crête (en anglais: </a:t>
            </a:r>
            <a:r>
              <a:rPr lang="fr-CA" i="1" dirty="0" err="1"/>
              <a:t>ridge</a:t>
            </a:r>
            <a:r>
              <a:rPr lang="fr-CA" i="1" dirty="0"/>
              <a:t> road</a:t>
            </a:r>
            <a:r>
              <a:rPr lang="fr-CA" dirty="0"/>
              <a:t>), une route qui ralentirait ses chasseurs et lui ferait gagner du temps.</a:t>
            </a:r>
          </a:p>
        </p:txBody>
      </p:sp>
    </p:spTree>
    <p:extLst>
      <p:ext uri="{BB962C8B-B14F-4D97-AF65-F5344CB8AC3E}">
        <p14:creationId xmlns:p14="http://schemas.microsoft.com/office/powerpoint/2010/main" val="241768475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B39640-7909-2F16-4984-1080A5ADC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9205" y="2707806"/>
            <a:ext cx="2053590" cy="1442387"/>
          </a:xfrm>
        </p:spPr>
        <p:txBody>
          <a:bodyPr>
            <a:normAutofit/>
          </a:bodyPr>
          <a:lstStyle/>
          <a:p>
            <a:pPr algn="ctr"/>
            <a:r>
              <a:rPr lang="fr-CA" sz="9600" dirty="0"/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380280878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612</Words>
  <Application>Microsoft Office PowerPoint</Application>
  <PresentationFormat>Grand écran</PresentationFormat>
  <Paragraphs>33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Thème Office</vt:lpstr>
      <vt:lpstr>2 Rois 9:27 et 2 Chroniques 22:9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FIN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Pédaja Lucien</dc:creator>
  <cp:lastModifiedBy>Pédaja Lucien</cp:lastModifiedBy>
  <cp:revision>2</cp:revision>
  <dcterms:created xsi:type="dcterms:W3CDTF">2026-03-20T01:25:36Z</dcterms:created>
  <dcterms:modified xsi:type="dcterms:W3CDTF">2026-07-07T15:50:49Z</dcterms:modified>
</cp:coreProperties>
</file>